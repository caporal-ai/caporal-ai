
<file path=[Content_Types].xml><?xml version="1.0" encoding="utf-8"?>
<Types xmlns="http://schemas.openxmlformats.org/package/2006/content-types">
  <Default Extension="png" ContentType="image/png"/>
  <Default Extension="rels" ContentType="application/vnd.openxmlformats-package.relationships+xml"/>
  <Default Extension="wdp" ContentType="image/vnd.ms-photo"/>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theme/theme4.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erverZoom="100000" strictFirstAndLastChars="0" saveSubsetFonts="1" autoCompressPictures="0">
  <p:sldMasterIdLst>
    <p:sldMasterId id="2147483648" r:id="rId4"/>
    <p:sldMasterId id="2147483649" r:id="rId5"/>
  </p:sldMasterIdLst>
  <p:notesMasterIdLst>
    <p:notesMasterId r:id="rId17"/>
  </p:notesMasterIdLst>
  <p:handoutMasterIdLst>
    <p:handoutMasterId r:id="rId18"/>
  </p:handoutMasterIdLst>
  <p:sldIdLst>
    <p:sldId id="256" r:id="rId6"/>
    <p:sldId id="257" r:id="rId7"/>
    <p:sldId id="258" r:id="rId8"/>
    <p:sldId id="261" r:id="rId9"/>
    <p:sldId id="262" r:id="rId10"/>
    <p:sldId id="265" r:id="rId11"/>
    <p:sldId id="263" r:id="rId12"/>
    <p:sldId id="266" r:id="rId13"/>
    <p:sldId id="267" r:id="rId14"/>
    <p:sldId id="264" r:id="rId15"/>
    <p:sldId id="260" r:id="rId16"/>
  </p:sldIdLst>
  <p:sldSz cx="9144000" cy="6858000" type="screen4x3"/>
  <p:notesSz cx="6858000" cy="9144000"/>
  <p:defaultTextStyle>
    <a:defPPr>
      <a:defRPr lang="es-ES_tradnl"/>
    </a:defPPr>
    <a:lvl1pPr algn="l" defTabSz="457200" rtl="0" eaLnBrk="0" fontAlgn="base" hangingPunct="0">
      <a:spcBef>
        <a:spcPct val="0"/>
      </a:spcBef>
      <a:spcAft>
        <a:spcPct val="0"/>
      </a:spcAft>
      <a:defRPr kern="1200">
        <a:solidFill>
          <a:srgbClr val="535353"/>
        </a:solidFill>
        <a:latin typeface="Arial" panose="020B0604020202020204" pitchFamily="34" charset="0"/>
        <a:ea typeface="+mn-ea"/>
        <a:cs typeface="Arial" panose="020B0604020202020204" pitchFamily="34" charset="0"/>
        <a:sym typeface="Arial" panose="020B0604020202020204" pitchFamily="34" charset="0"/>
      </a:defRPr>
    </a:lvl1pPr>
    <a:lvl2pPr marL="457200" algn="l" defTabSz="457200" rtl="0" eaLnBrk="0" fontAlgn="base" hangingPunct="0">
      <a:spcBef>
        <a:spcPct val="0"/>
      </a:spcBef>
      <a:spcAft>
        <a:spcPct val="0"/>
      </a:spcAft>
      <a:defRPr kern="1200">
        <a:solidFill>
          <a:srgbClr val="535353"/>
        </a:solidFill>
        <a:latin typeface="Arial" panose="020B0604020202020204" pitchFamily="34" charset="0"/>
        <a:ea typeface="+mn-ea"/>
        <a:cs typeface="Arial" panose="020B0604020202020204" pitchFamily="34" charset="0"/>
        <a:sym typeface="Arial" panose="020B0604020202020204" pitchFamily="34" charset="0"/>
      </a:defRPr>
    </a:lvl2pPr>
    <a:lvl3pPr marL="914400" algn="l" defTabSz="457200" rtl="0" eaLnBrk="0" fontAlgn="base" hangingPunct="0">
      <a:spcBef>
        <a:spcPct val="0"/>
      </a:spcBef>
      <a:spcAft>
        <a:spcPct val="0"/>
      </a:spcAft>
      <a:defRPr kern="1200">
        <a:solidFill>
          <a:srgbClr val="535353"/>
        </a:solidFill>
        <a:latin typeface="Arial" panose="020B0604020202020204" pitchFamily="34" charset="0"/>
        <a:ea typeface="+mn-ea"/>
        <a:cs typeface="Arial" panose="020B0604020202020204" pitchFamily="34" charset="0"/>
        <a:sym typeface="Arial" panose="020B0604020202020204" pitchFamily="34" charset="0"/>
      </a:defRPr>
    </a:lvl3pPr>
    <a:lvl4pPr marL="1371600" algn="l" defTabSz="457200" rtl="0" eaLnBrk="0" fontAlgn="base" hangingPunct="0">
      <a:spcBef>
        <a:spcPct val="0"/>
      </a:spcBef>
      <a:spcAft>
        <a:spcPct val="0"/>
      </a:spcAft>
      <a:defRPr kern="1200">
        <a:solidFill>
          <a:srgbClr val="535353"/>
        </a:solidFill>
        <a:latin typeface="Arial" panose="020B0604020202020204" pitchFamily="34" charset="0"/>
        <a:ea typeface="+mn-ea"/>
        <a:cs typeface="Arial" panose="020B0604020202020204" pitchFamily="34" charset="0"/>
        <a:sym typeface="Arial" panose="020B0604020202020204" pitchFamily="34" charset="0"/>
      </a:defRPr>
    </a:lvl4pPr>
    <a:lvl5pPr marL="1828800" algn="l" defTabSz="457200" rtl="0" eaLnBrk="0" fontAlgn="base" hangingPunct="0">
      <a:spcBef>
        <a:spcPct val="0"/>
      </a:spcBef>
      <a:spcAft>
        <a:spcPct val="0"/>
      </a:spcAft>
      <a:defRPr kern="1200">
        <a:solidFill>
          <a:srgbClr val="535353"/>
        </a:solidFill>
        <a:latin typeface="Arial" panose="020B0604020202020204" pitchFamily="34" charset="0"/>
        <a:ea typeface="+mn-ea"/>
        <a:cs typeface="Arial" panose="020B0604020202020204" pitchFamily="34" charset="0"/>
        <a:sym typeface="Arial" panose="020B0604020202020204" pitchFamily="34" charset="0"/>
      </a:defRPr>
    </a:lvl5pPr>
    <a:lvl6pPr marL="2286000" algn="l" defTabSz="914400" rtl="0" eaLnBrk="1" latinLnBrk="0" hangingPunct="1">
      <a:defRPr kern="1200">
        <a:solidFill>
          <a:srgbClr val="535353"/>
        </a:solidFill>
        <a:latin typeface="Arial" panose="020B0604020202020204" pitchFamily="34" charset="0"/>
        <a:ea typeface="+mn-ea"/>
        <a:cs typeface="Arial" panose="020B0604020202020204" pitchFamily="34" charset="0"/>
        <a:sym typeface="Arial" panose="020B0604020202020204" pitchFamily="34" charset="0"/>
      </a:defRPr>
    </a:lvl6pPr>
    <a:lvl7pPr marL="2743200" algn="l" defTabSz="914400" rtl="0" eaLnBrk="1" latinLnBrk="0" hangingPunct="1">
      <a:defRPr kern="1200">
        <a:solidFill>
          <a:srgbClr val="535353"/>
        </a:solidFill>
        <a:latin typeface="Arial" panose="020B0604020202020204" pitchFamily="34" charset="0"/>
        <a:ea typeface="+mn-ea"/>
        <a:cs typeface="Arial" panose="020B0604020202020204" pitchFamily="34" charset="0"/>
        <a:sym typeface="Arial" panose="020B0604020202020204" pitchFamily="34" charset="0"/>
      </a:defRPr>
    </a:lvl7pPr>
    <a:lvl8pPr marL="3200400" algn="l" defTabSz="914400" rtl="0" eaLnBrk="1" latinLnBrk="0" hangingPunct="1">
      <a:defRPr kern="1200">
        <a:solidFill>
          <a:srgbClr val="535353"/>
        </a:solidFill>
        <a:latin typeface="Arial" panose="020B0604020202020204" pitchFamily="34" charset="0"/>
        <a:ea typeface="+mn-ea"/>
        <a:cs typeface="Arial" panose="020B0604020202020204" pitchFamily="34" charset="0"/>
        <a:sym typeface="Arial" panose="020B0604020202020204" pitchFamily="34" charset="0"/>
      </a:defRPr>
    </a:lvl8pPr>
    <a:lvl9pPr marL="3657600" algn="l" defTabSz="914400" rtl="0" eaLnBrk="1" latinLnBrk="0" hangingPunct="1">
      <a:defRPr kern="1200">
        <a:solidFill>
          <a:srgbClr val="535353"/>
        </a:solidFill>
        <a:latin typeface="Arial" panose="020B0604020202020204" pitchFamily="34" charset="0"/>
        <a:ea typeface="+mn-ea"/>
        <a:cs typeface="Arial" panose="020B0604020202020204" pitchFamily="34" charset="0"/>
        <a:sym typeface="Arial" panose="020B0604020202020204" pitchFamily="34" charset="0"/>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browse/>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96705704-181F-4A1E-854E-A884392F8DE1}" v="47" dt="2026-04-12T23:17:58.526"/>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0507"/>
    <p:restoredTop sz="72482" autoAdjust="0"/>
  </p:normalViewPr>
  <p:slideViewPr>
    <p:cSldViewPr>
      <p:cViewPr varScale="1">
        <p:scale>
          <a:sx n="82" d="100"/>
          <a:sy n="82" d="100"/>
        </p:scale>
        <p:origin x="2748" y="300"/>
      </p:cViewPr>
      <p:guideLst>
        <p:guide orient="horz" pos="2160"/>
        <p:guide pos="2880"/>
      </p:guideLst>
    </p:cSldViewPr>
  </p:slideViewPr>
  <p:notesTextViewPr>
    <p:cViewPr>
      <p:scale>
        <a:sx n="100" d="100"/>
        <a:sy n="100" d="100"/>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3.xml"/><Relationship Id="rId13" Type="http://schemas.openxmlformats.org/officeDocument/2006/relationships/slide" Target="slides/slide8.xml"/><Relationship Id="rId18" Type="http://schemas.openxmlformats.org/officeDocument/2006/relationships/handoutMaster" Target="handoutMasters/handoutMaster1.xml"/><Relationship Id="rId3" Type="http://schemas.openxmlformats.org/officeDocument/2006/relationships/customXml" Target="../customXml/item3.xml"/><Relationship Id="rId21" Type="http://schemas.openxmlformats.org/officeDocument/2006/relationships/theme" Target="theme/theme1.xml"/><Relationship Id="rId7" Type="http://schemas.openxmlformats.org/officeDocument/2006/relationships/slide" Target="slides/slide2.xml"/><Relationship Id="rId12" Type="http://schemas.openxmlformats.org/officeDocument/2006/relationships/slide" Target="slides/slide7.xml"/><Relationship Id="rId17" Type="http://schemas.openxmlformats.org/officeDocument/2006/relationships/notesMaster" Target="notesMasters/notesMaster1.xml"/><Relationship Id="rId2" Type="http://schemas.openxmlformats.org/officeDocument/2006/relationships/customXml" Target="../customXml/item2.xml"/><Relationship Id="rId16" Type="http://schemas.openxmlformats.org/officeDocument/2006/relationships/slide" Target="slides/slide11.xml"/><Relationship Id="rId20" Type="http://schemas.openxmlformats.org/officeDocument/2006/relationships/viewProps" Target="viewProps.xml"/><Relationship Id="rId1" Type="http://schemas.openxmlformats.org/officeDocument/2006/relationships/customXml" Target="../customXml/item1.xml"/><Relationship Id="rId6" Type="http://schemas.openxmlformats.org/officeDocument/2006/relationships/slide" Target="slides/slide1.xml"/><Relationship Id="rId11" Type="http://schemas.openxmlformats.org/officeDocument/2006/relationships/slide" Target="slides/slide6.xml"/><Relationship Id="rId24" Type="http://schemas.microsoft.com/office/2015/10/relationships/revisionInfo" Target="revisionInfo.xml"/><Relationship Id="rId5" Type="http://schemas.openxmlformats.org/officeDocument/2006/relationships/slideMaster" Target="slideMasters/slideMaster2.xml"/><Relationship Id="rId15" Type="http://schemas.openxmlformats.org/officeDocument/2006/relationships/slide" Target="slides/slide10.xml"/><Relationship Id="rId23" Type="http://schemas.microsoft.com/office/2016/11/relationships/changesInfo" Target="changesInfos/changesInfo1.xml"/><Relationship Id="rId10" Type="http://schemas.openxmlformats.org/officeDocument/2006/relationships/slide" Target="slides/slide5.xml"/><Relationship Id="rId19" Type="http://schemas.openxmlformats.org/officeDocument/2006/relationships/presProps" Target="presProps.xml"/><Relationship Id="rId4" Type="http://schemas.openxmlformats.org/officeDocument/2006/relationships/slideMaster" Target="slideMasters/slideMaster1.xml"/><Relationship Id="rId9" Type="http://schemas.openxmlformats.org/officeDocument/2006/relationships/slide" Target="slides/slide4.xml"/><Relationship Id="rId14" Type="http://schemas.openxmlformats.org/officeDocument/2006/relationships/slide" Target="slides/slide9.xml"/><Relationship Id="rId22" Type="http://schemas.openxmlformats.org/officeDocument/2006/relationships/tableStyles" Target="tableStyles.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Leopoldo Lara" userId="205d9748a25a098a" providerId="LiveId" clId="{6E4BC673-C697-4F0A-A3FA-11E6860FA1EF}"/>
    <pc:docChg chg="undo redo custSel addSld delSld modSld">
      <pc:chgData name="Leopoldo Lara" userId="205d9748a25a098a" providerId="LiveId" clId="{6E4BC673-C697-4F0A-A3FA-11E6860FA1EF}" dt="2026-04-12T23:26:20.370" v="242" actId="20577"/>
      <pc:docMkLst>
        <pc:docMk/>
      </pc:docMkLst>
      <pc:sldChg chg="modNotesTx">
        <pc:chgData name="Leopoldo Lara" userId="205d9748a25a098a" providerId="LiveId" clId="{6E4BC673-C697-4F0A-A3FA-11E6860FA1EF}" dt="2026-04-12T23:24:08.223" v="138" actId="20577"/>
        <pc:sldMkLst>
          <pc:docMk/>
          <pc:sldMk cId="0" sldId="256"/>
        </pc:sldMkLst>
      </pc:sldChg>
      <pc:sldChg chg="modNotesTx">
        <pc:chgData name="Leopoldo Lara" userId="205d9748a25a098a" providerId="LiveId" clId="{6E4BC673-C697-4F0A-A3FA-11E6860FA1EF}" dt="2026-04-12T23:24:17.085" v="143" actId="20577"/>
        <pc:sldMkLst>
          <pc:docMk/>
          <pc:sldMk cId="0" sldId="257"/>
        </pc:sldMkLst>
      </pc:sldChg>
      <pc:sldChg chg="modNotesTx">
        <pc:chgData name="Leopoldo Lara" userId="205d9748a25a098a" providerId="LiveId" clId="{6E4BC673-C697-4F0A-A3FA-11E6860FA1EF}" dt="2026-04-12T23:24:24.542" v="148" actId="20577"/>
        <pc:sldMkLst>
          <pc:docMk/>
          <pc:sldMk cId="0" sldId="258"/>
        </pc:sldMkLst>
      </pc:sldChg>
      <pc:sldChg chg="modNotesTx">
        <pc:chgData name="Leopoldo Lara" userId="205d9748a25a098a" providerId="LiveId" clId="{6E4BC673-C697-4F0A-A3FA-11E6860FA1EF}" dt="2026-04-12T23:24:38.166" v="152" actId="20577"/>
        <pc:sldMkLst>
          <pc:docMk/>
          <pc:sldMk cId="0" sldId="261"/>
        </pc:sldMkLst>
      </pc:sldChg>
      <pc:sldChg chg="modNotesTx">
        <pc:chgData name="Leopoldo Lara" userId="205d9748a25a098a" providerId="LiveId" clId="{6E4BC673-C697-4F0A-A3FA-11E6860FA1EF}" dt="2026-04-12T23:24:46.159" v="159" actId="20577"/>
        <pc:sldMkLst>
          <pc:docMk/>
          <pc:sldMk cId="0" sldId="262"/>
        </pc:sldMkLst>
      </pc:sldChg>
      <pc:sldChg chg="addSp delSp modSp mod modNotesTx">
        <pc:chgData name="Leopoldo Lara" userId="205d9748a25a098a" providerId="LiveId" clId="{6E4BC673-C697-4F0A-A3FA-11E6860FA1EF}" dt="2026-04-12T23:25:00.865" v="167" actId="20577"/>
        <pc:sldMkLst>
          <pc:docMk/>
          <pc:sldMk cId="0" sldId="263"/>
        </pc:sldMkLst>
        <pc:spChg chg="add mod">
          <ac:chgData name="Leopoldo Lara" userId="205d9748a25a098a" providerId="LiveId" clId="{6E4BC673-C697-4F0A-A3FA-11E6860FA1EF}" dt="2026-04-12T22:23:36.097" v="49" actId="14100"/>
          <ac:spMkLst>
            <pc:docMk/>
            <pc:sldMk cId="0" sldId="263"/>
            <ac:spMk id="3" creationId="{8DF75E59-5D4E-0F3E-D683-DF2A37D711A5}"/>
          </ac:spMkLst>
        </pc:spChg>
        <pc:spChg chg="add del mod">
          <ac:chgData name="Leopoldo Lara" userId="205d9748a25a098a" providerId="LiveId" clId="{6E4BC673-C697-4F0A-A3FA-11E6860FA1EF}" dt="2026-04-12T22:20:34.754" v="20" actId="478"/>
          <ac:spMkLst>
            <pc:docMk/>
            <pc:sldMk cId="0" sldId="263"/>
            <ac:spMk id="5" creationId="{D76D8D09-B015-F7A4-F457-C6A60053FC84}"/>
          </ac:spMkLst>
        </pc:spChg>
        <pc:spChg chg="add">
          <ac:chgData name="Leopoldo Lara" userId="205d9748a25a098a" providerId="LiveId" clId="{6E4BC673-C697-4F0A-A3FA-11E6860FA1EF}" dt="2026-04-12T22:19:42.766" v="10"/>
          <ac:spMkLst>
            <pc:docMk/>
            <pc:sldMk cId="0" sldId="263"/>
            <ac:spMk id="6" creationId="{50DD8ECF-6F22-7CFF-EA0A-934BDC57B767}"/>
          </ac:spMkLst>
        </pc:spChg>
        <pc:spChg chg="add">
          <ac:chgData name="Leopoldo Lara" userId="205d9748a25a098a" providerId="LiveId" clId="{6E4BC673-C697-4F0A-A3FA-11E6860FA1EF}" dt="2026-04-12T22:19:54.106" v="11"/>
          <ac:spMkLst>
            <pc:docMk/>
            <pc:sldMk cId="0" sldId="263"/>
            <ac:spMk id="7" creationId="{85AF9235-1E58-1A76-055B-B3AAD58075E2}"/>
          </ac:spMkLst>
        </pc:spChg>
        <pc:spChg chg="add mod">
          <ac:chgData name="Leopoldo Lara" userId="205d9748a25a098a" providerId="LiveId" clId="{6E4BC673-C697-4F0A-A3FA-11E6860FA1EF}" dt="2026-04-12T22:19:57.100" v="13"/>
          <ac:spMkLst>
            <pc:docMk/>
            <pc:sldMk cId="0" sldId="263"/>
            <ac:spMk id="8" creationId="{4B2C0EA2-84C9-61FB-0F35-0207A710C449}"/>
          </ac:spMkLst>
        </pc:spChg>
        <pc:spChg chg="add">
          <ac:chgData name="Leopoldo Lara" userId="205d9748a25a098a" providerId="LiveId" clId="{6E4BC673-C697-4F0A-A3FA-11E6860FA1EF}" dt="2026-04-12T22:19:59.779" v="14"/>
          <ac:spMkLst>
            <pc:docMk/>
            <pc:sldMk cId="0" sldId="263"/>
            <ac:spMk id="9" creationId="{88BF73B7-AB4C-3726-7B7C-12BEF097BAD5}"/>
          </ac:spMkLst>
        </pc:spChg>
        <pc:spChg chg="add">
          <ac:chgData name="Leopoldo Lara" userId="205d9748a25a098a" providerId="LiveId" clId="{6E4BC673-C697-4F0A-A3FA-11E6860FA1EF}" dt="2026-04-12T22:20:06.578" v="19"/>
          <ac:spMkLst>
            <pc:docMk/>
            <pc:sldMk cId="0" sldId="263"/>
            <ac:spMk id="10" creationId="{5660E5B2-4211-927F-056F-35C8D004BF31}"/>
          </ac:spMkLst>
        </pc:spChg>
        <pc:spChg chg="add mod">
          <ac:chgData name="Leopoldo Lara" userId="205d9748a25a098a" providerId="LiveId" clId="{6E4BC673-C697-4F0A-A3FA-11E6860FA1EF}" dt="2026-04-12T22:25:32.950" v="73" actId="1076"/>
          <ac:spMkLst>
            <pc:docMk/>
            <pc:sldMk cId="0" sldId="263"/>
            <ac:spMk id="11" creationId="{21F8A380-FC29-BAF3-1584-267CC972BD2F}"/>
          </ac:spMkLst>
        </pc:spChg>
        <pc:spChg chg="add">
          <ac:chgData name="Leopoldo Lara" userId="205d9748a25a098a" providerId="LiveId" clId="{6E4BC673-C697-4F0A-A3FA-11E6860FA1EF}" dt="2026-04-12T22:20:51.259" v="28"/>
          <ac:spMkLst>
            <pc:docMk/>
            <pc:sldMk cId="0" sldId="263"/>
            <ac:spMk id="12" creationId="{1ED2EF9E-C2DD-5FC6-65A6-515710916DCF}"/>
          </ac:spMkLst>
        </pc:spChg>
        <pc:spChg chg="add del">
          <ac:chgData name="Leopoldo Lara" userId="205d9748a25a098a" providerId="LiveId" clId="{6E4BC673-C697-4F0A-A3FA-11E6860FA1EF}" dt="2026-04-12T22:25:08.941" v="68" actId="22"/>
          <ac:spMkLst>
            <pc:docMk/>
            <pc:sldMk cId="0" sldId="263"/>
            <ac:spMk id="14" creationId="{08D9A1C8-2D4F-CEB9-087B-77194A873711}"/>
          </ac:spMkLst>
        </pc:spChg>
        <pc:spChg chg="mod">
          <ac:chgData name="Leopoldo Lara" userId="205d9748a25a098a" providerId="LiveId" clId="{6E4BC673-C697-4F0A-A3FA-11E6860FA1EF}" dt="2026-04-12T22:25:18.278" v="71" actId="14100"/>
          <ac:spMkLst>
            <pc:docMk/>
            <pc:sldMk cId="0" sldId="263"/>
            <ac:spMk id="10243" creationId="{759988DB-B1CE-192C-D42E-B68B17258A7D}"/>
          </ac:spMkLst>
        </pc:spChg>
        <pc:spChg chg="del mod">
          <ac:chgData name="Leopoldo Lara" userId="205d9748a25a098a" providerId="LiveId" clId="{6E4BC673-C697-4F0A-A3FA-11E6860FA1EF}" dt="2026-04-12T22:16:59.244" v="2" actId="478"/>
          <ac:spMkLst>
            <pc:docMk/>
            <pc:sldMk cId="0" sldId="263"/>
            <ac:spMk id="10244" creationId="{27970A69-9BE3-7DF5-BD54-75B3BBDB593F}"/>
          </ac:spMkLst>
        </pc:spChg>
        <pc:picChg chg="add mod">
          <ac:chgData name="Leopoldo Lara" userId="205d9748a25a098a" providerId="LiveId" clId="{6E4BC673-C697-4F0A-A3FA-11E6860FA1EF}" dt="2026-04-12T22:25:23.457" v="72" actId="14100"/>
          <ac:picMkLst>
            <pc:docMk/>
            <pc:sldMk cId="0" sldId="263"/>
            <ac:picMk id="2" creationId="{3E151FF2-6839-55FD-E4EE-FE2F8C31EB7C}"/>
          </ac:picMkLst>
        </pc:picChg>
        <pc:picChg chg="del">
          <ac:chgData name="Leopoldo Lara" userId="205d9748a25a098a" providerId="LiveId" clId="{6E4BC673-C697-4F0A-A3FA-11E6860FA1EF}" dt="2026-04-12T22:17:25.733" v="3" actId="478"/>
          <ac:picMkLst>
            <pc:docMk/>
            <pc:sldMk cId="0" sldId="263"/>
            <ac:picMk id="4" creationId="{999D5AB8-36AE-8DD7-9AD3-611EBE782E8C}"/>
          </ac:picMkLst>
        </pc:picChg>
      </pc:sldChg>
      <pc:sldChg chg="modNotesTx">
        <pc:chgData name="Leopoldo Lara" userId="205d9748a25a098a" providerId="LiveId" clId="{6E4BC673-C697-4F0A-A3FA-11E6860FA1EF}" dt="2026-04-12T23:25:24.159" v="185" actId="20577"/>
        <pc:sldMkLst>
          <pc:docMk/>
          <pc:sldMk cId="0" sldId="264"/>
        </pc:sldMkLst>
      </pc:sldChg>
      <pc:sldChg chg="modNotesTx">
        <pc:chgData name="Leopoldo Lara" userId="205d9748a25a098a" providerId="LiveId" clId="{6E4BC673-C697-4F0A-A3FA-11E6860FA1EF}" dt="2026-04-12T23:26:20.370" v="242" actId="20577"/>
        <pc:sldMkLst>
          <pc:docMk/>
          <pc:sldMk cId="119109990" sldId="265"/>
        </pc:sldMkLst>
      </pc:sldChg>
      <pc:sldChg chg="addSp delSp modSp add mod modNotesTx">
        <pc:chgData name="Leopoldo Lara" userId="205d9748a25a098a" providerId="LiveId" clId="{6E4BC673-C697-4F0A-A3FA-11E6860FA1EF}" dt="2026-04-12T23:25:05.949" v="171" actId="20577"/>
        <pc:sldMkLst>
          <pc:docMk/>
          <pc:sldMk cId="1322324299" sldId="266"/>
        </pc:sldMkLst>
        <pc:spChg chg="mod">
          <ac:chgData name="Leopoldo Lara" userId="205d9748a25a098a" providerId="LiveId" clId="{6E4BC673-C697-4F0A-A3FA-11E6860FA1EF}" dt="2026-04-12T23:09:43.290" v="96"/>
          <ac:spMkLst>
            <pc:docMk/>
            <pc:sldMk cId="1322324299" sldId="266"/>
            <ac:spMk id="3" creationId="{3F731C90-D20F-83F2-FF43-AD921C1C51E4}"/>
          </ac:spMkLst>
        </pc:spChg>
        <pc:spChg chg="mod">
          <ac:chgData name="Leopoldo Lara" userId="205d9748a25a098a" providerId="LiveId" clId="{6E4BC673-C697-4F0A-A3FA-11E6860FA1EF}" dt="2026-04-12T23:09:20.097" v="95"/>
          <ac:spMkLst>
            <pc:docMk/>
            <pc:sldMk cId="1322324299" sldId="266"/>
            <ac:spMk id="11" creationId="{53F51DAB-91B7-E9E4-BA3E-76F9FC83C5C0}"/>
          </ac:spMkLst>
        </pc:spChg>
        <pc:spChg chg="mod">
          <ac:chgData name="Leopoldo Lara" userId="205d9748a25a098a" providerId="LiveId" clId="{6E4BC673-C697-4F0A-A3FA-11E6860FA1EF}" dt="2026-04-12T23:07:37.237" v="84" actId="14100"/>
          <ac:spMkLst>
            <pc:docMk/>
            <pc:sldMk cId="1322324299" sldId="266"/>
            <ac:spMk id="10243" creationId="{27B4A9E7-D9A2-1CD9-4893-D7CD509E426B}"/>
          </ac:spMkLst>
        </pc:spChg>
        <pc:picChg chg="del">
          <ac:chgData name="Leopoldo Lara" userId="205d9748a25a098a" providerId="LiveId" clId="{6E4BC673-C697-4F0A-A3FA-11E6860FA1EF}" dt="2026-04-12T23:08:06.110" v="85" actId="478"/>
          <ac:picMkLst>
            <pc:docMk/>
            <pc:sldMk cId="1322324299" sldId="266"/>
            <ac:picMk id="2" creationId="{8EADF44F-93D0-E8A7-D686-A28A21FC3E27}"/>
          </ac:picMkLst>
        </pc:picChg>
        <pc:picChg chg="add mod">
          <ac:chgData name="Leopoldo Lara" userId="205d9748a25a098a" providerId="LiveId" clId="{6E4BC673-C697-4F0A-A3FA-11E6860FA1EF}" dt="2026-04-12T23:10:03.185" v="100" actId="14100"/>
          <ac:picMkLst>
            <pc:docMk/>
            <pc:sldMk cId="1322324299" sldId="266"/>
            <ac:picMk id="4" creationId="{2A82275D-3777-227A-A143-95CD6CFD92FA}"/>
          </ac:picMkLst>
        </pc:picChg>
      </pc:sldChg>
      <pc:sldChg chg="modSp new add del">
        <pc:chgData name="Leopoldo Lara" userId="205d9748a25a098a" providerId="LiveId" clId="{6E4BC673-C697-4F0A-A3FA-11E6860FA1EF}" dt="2026-04-12T23:07:11.072" v="79" actId="680"/>
        <pc:sldMkLst>
          <pc:docMk/>
          <pc:sldMk cId="3977189944" sldId="266"/>
        </pc:sldMkLst>
        <pc:spChg chg="mod">
          <ac:chgData name="Leopoldo Lara" userId="205d9748a25a098a" providerId="LiveId" clId="{6E4BC673-C697-4F0A-A3FA-11E6860FA1EF}" dt="2026-04-12T23:07:02.150" v="76"/>
          <ac:spMkLst>
            <pc:docMk/>
            <pc:sldMk cId="3977189944" sldId="266"/>
            <ac:spMk id="2" creationId="{DE9BC8CB-A3C1-F9BE-93F7-68D4E60B0C0C}"/>
          </ac:spMkLst>
        </pc:spChg>
      </pc:sldChg>
      <pc:sldChg chg="addSp delSp modSp add mod modNotesTx">
        <pc:chgData name="Leopoldo Lara" userId="205d9748a25a098a" providerId="LiveId" clId="{6E4BC673-C697-4F0A-A3FA-11E6860FA1EF}" dt="2026-04-12T23:25:11.671" v="175" actId="20577"/>
        <pc:sldMkLst>
          <pc:docMk/>
          <pc:sldMk cId="3500706048" sldId="267"/>
        </pc:sldMkLst>
        <pc:spChg chg="del">
          <ac:chgData name="Leopoldo Lara" userId="205d9748a25a098a" providerId="LiveId" clId="{6E4BC673-C697-4F0A-A3FA-11E6860FA1EF}" dt="2026-04-12T23:17:15.821" v="119" actId="478"/>
          <ac:spMkLst>
            <pc:docMk/>
            <pc:sldMk cId="3500706048" sldId="267"/>
            <ac:spMk id="3" creationId="{20D81268-DBCD-5621-A59A-BD7A559181CA}"/>
          </ac:spMkLst>
        </pc:spChg>
        <pc:spChg chg="del">
          <ac:chgData name="Leopoldo Lara" userId="205d9748a25a098a" providerId="LiveId" clId="{6E4BC673-C697-4F0A-A3FA-11E6860FA1EF}" dt="2026-04-12T23:17:18.252" v="120" actId="478"/>
          <ac:spMkLst>
            <pc:docMk/>
            <pc:sldMk cId="3500706048" sldId="267"/>
            <ac:spMk id="11" creationId="{213E86DE-AD33-D62D-CF4B-595C23715620}"/>
          </ac:spMkLst>
        </pc:spChg>
        <pc:spChg chg="mod">
          <ac:chgData name="Leopoldo Lara" userId="205d9748a25a098a" providerId="LiveId" clId="{6E4BC673-C697-4F0A-A3FA-11E6860FA1EF}" dt="2026-04-12T23:16:01.241" v="113" actId="20577"/>
          <ac:spMkLst>
            <pc:docMk/>
            <pc:sldMk cId="3500706048" sldId="267"/>
            <ac:spMk id="10243" creationId="{7AC972AF-CE0E-F644-94E3-D6BBAC6B96C8}"/>
          </ac:spMkLst>
        </pc:spChg>
        <pc:picChg chg="add mod">
          <ac:chgData name="Leopoldo Lara" userId="205d9748a25a098a" providerId="LiveId" clId="{6E4BC673-C697-4F0A-A3FA-11E6860FA1EF}" dt="2026-04-12T23:17:27.994" v="122" actId="14100"/>
          <ac:picMkLst>
            <pc:docMk/>
            <pc:sldMk cId="3500706048" sldId="267"/>
            <ac:picMk id="2" creationId="{380D2957-7036-2C3B-DD0B-7FE218806BF5}"/>
          </ac:picMkLst>
        </pc:picChg>
        <pc:picChg chg="del">
          <ac:chgData name="Leopoldo Lara" userId="205d9748a25a098a" providerId="LiveId" clId="{6E4BC673-C697-4F0A-A3FA-11E6860FA1EF}" dt="2026-04-12T23:16:31.114" v="114" actId="478"/>
          <ac:picMkLst>
            <pc:docMk/>
            <pc:sldMk cId="3500706048" sldId="267"/>
            <ac:picMk id="4" creationId="{5631F53A-5D25-AC12-3119-1F64594BC900}"/>
          </ac:picMkLst>
        </pc:picChg>
      </pc:sldChg>
    </pc:docChg>
  </pc:docChgLst>
</pc:chgInfo>
</file>

<file path=ppt/handoutMasters/_rels/handoutMaster1.xml.rels><?xml version="1.0" encoding="UTF-8" standalone="yes"?>
<Relationships xmlns="http://schemas.openxmlformats.org/package/2006/relationships"><Relationship Id="rId1" Type="http://schemas.openxmlformats.org/officeDocument/2006/relationships/theme" Target="../theme/theme4.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83A0850F-5E31-7B7D-F2EB-ED79C3FFC1A4}"/>
              </a:ext>
            </a:extLst>
          </p:cNvPr>
          <p:cNvSpPr>
            <a:spLocks noGrp="1"/>
          </p:cNvSpPr>
          <p:nvPr>
            <p:ph type="hdr" sz="quarter"/>
          </p:nvPr>
        </p:nvSpPr>
        <p:spPr>
          <a:xfrm>
            <a:off x="0" y="0"/>
            <a:ext cx="2971800" cy="458788"/>
          </a:xfrm>
          <a:prstGeom prst="rect">
            <a:avLst/>
          </a:prstGeom>
        </p:spPr>
        <p:txBody>
          <a:bodyPr vert="horz" wrap="square" lIns="91440" tIns="45720" rIns="91440" bIns="45720" numCol="1" anchor="t" anchorCtr="0" compatLnSpc="1">
            <a:prstTxWarp prst="textNoShape">
              <a:avLst/>
            </a:prstTxWarp>
          </a:bodyPr>
          <a:lstStyle>
            <a:lvl1pPr eaLnBrk="1">
              <a:defRPr sz="1200"/>
            </a:lvl1pPr>
          </a:lstStyle>
          <a:p>
            <a:pPr>
              <a:defRPr/>
            </a:pPr>
            <a:endParaRPr lang="en-US" altLang="es-ES"/>
          </a:p>
        </p:txBody>
      </p:sp>
      <p:sp>
        <p:nvSpPr>
          <p:cNvPr id="3" name="Date Placeholder 2">
            <a:extLst>
              <a:ext uri="{FF2B5EF4-FFF2-40B4-BE49-F238E27FC236}">
                <a16:creationId xmlns:a16="http://schemas.microsoft.com/office/drawing/2014/main" id="{F8CE2A16-49F1-EF3B-AA94-C68E0769F78C}"/>
              </a:ext>
            </a:extLst>
          </p:cNvPr>
          <p:cNvSpPr>
            <a:spLocks noGrp="1"/>
          </p:cNvSpPr>
          <p:nvPr>
            <p:ph type="dt" sz="quarter" idx="1"/>
          </p:nvPr>
        </p:nvSpPr>
        <p:spPr>
          <a:xfrm>
            <a:off x="3884613" y="0"/>
            <a:ext cx="2971800" cy="458788"/>
          </a:xfrm>
          <a:prstGeom prst="rect">
            <a:avLst/>
          </a:prstGeom>
        </p:spPr>
        <p:txBody>
          <a:bodyPr vert="horz" wrap="square" lIns="91440" tIns="45720" rIns="91440" bIns="45720" numCol="1" anchor="t" anchorCtr="0" compatLnSpc="1">
            <a:prstTxWarp prst="textNoShape">
              <a:avLst/>
            </a:prstTxWarp>
          </a:bodyPr>
          <a:lstStyle>
            <a:lvl1pPr algn="r" eaLnBrk="1">
              <a:defRPr sz="1200"/>
            </a:lvl1pPr>
          </a:lstStyle>
          <a:p>
            <a:pPr>
              <a:defRPr/>
            </a:pPr>
            <a:fld id="{4F08F45D-03D4-4A96-815B-6B02B79F362B}" type="datetimeFigureOut">
              <a:rPr lang="en-US" altLang="es-ES"/>
              <a:pPr>
                <a:defRPr/>
              </a:pPr>
              <a:t>4/12/2026</a:t>
            </a:fld>
            <a:endParaRPr lang="en-US" altLang="es-ES"/>
          </a:p>
        </p:txBody>
      </p:sp>
      <p:sp>
        <p:nvSpPr>
          <p:cNvPr id="4" name="Footer Placeholder 3">
            <a:extLst>
              <a:ext uri="{FF2B5EF4-FFF2-40B4-BE49-F238E27FC236}">
                <a16:creationId xmlns:a16="http://schemas.microsoft.com/office/drawing/2014/main" id="{665A1A3F-3D5E-D1F9-EA12-CF29B37CAC87}"/>
              </a:ext>
            </a:extLst>
          </p:cNvPr>
          <p:cNvSpPr>
            <a:spLocks noGrp="1"/>
          </p:cNvSpPr>
          <p:nvPr>
            <p:ph type="ftr" sz="quarter" idx="2"/>
          </p:nvPr>
        </p:nvSpPr>
        <p:spPr>
          <a:xfrm>
            <a:off x="0" y="8685213"/>
            <a:ext cx="2971800" cy="458787"/>
          </a:xfrm>
          <a:prstGeom prst="rect">
            <a:avLst/>
          </a:prstGeom>
        </p:spPr>
        <p:txBody>
          <a:bodyPr vert="horz" wrap="square" lIns="91440" tIns="45720" rIns="91440" bIns="45720" numCol="1" anchor="b" anchorCtr="0" compatLnSpc="1">
            <a:prstTxWarp prst="textNoShape">
              <a:avLst/>
            </a:prstTxWarp>
          </a:bodyPr>
          <a:lstStyle>
            <a:lvl1pPr eaLnBrk="1">
              <a:defRPr sz="1200"/>
            </a:lvl1pPr>
          </a:lstStyle>
          <a:p>
            <a:pPr>
              <a:defRPr/>
            </a:pPr>
            <a:endParaRPr lang="en-US" altLang="es-ES"/>
          </a:p>
        </p:txBody>
      </p:sp>
      <p:sp>
        <p:nvSpPr>
          <p:cNvPr id="5" name="Slide Number Placeholder 4">
            <a:extLst>
              <a:ext uri="{FF2B5EF4-FFF2-40B4-BE49-F238E27FC236}">
                <a16:creationId xmlns:a16="http://schemas.microsoft.com/office/drawing/2014/main" id="{74577E62-94A0-DAB9-4A7C-F2B877B352FB}"/>
              </a:ext>
            </a:extLst>
          </p:cNvPr>
          <p:cNvSpPr>
            <a:spLocks noGrp="1"/>
          </p:cNvSpPr>
          <p:nvPr>
            <p:ph type="sldNum" sz="quarter" idx="3"/>
          </p:nvPr>
        </p:nvSpPr>
        <p:spPr>
          <a:xfrm>
            <a:off x="3884613" y="8685213"/>
            <a:ext cx="2971800" cy="458787"/>
          </a:xfrm>
          <a:prstGeom prst="rect">
            <a:avLst/>
          </a:prstGeom>
        </p:spPr>
        <p:txBody>
          <a:bodyPr vert="horz" wrap="square" lIns="91440" tIns="45720" rIns="91440" bIns="45720" numCol="1" anchor="b" anchorCtr="0" compatLnSpc="1">
            <a:prstTxWarp prst="textNoShape">
              <a:avLst/>
            </a:prstTxWarp>
          </a:bodyPr>
          <a:lstStyle>
            <a:lvl1pPr algn="r" eaLnBrk="1">
              <a:defRPr sz="1200" smtClean="0"/>
            </a:lvl1pPr>
          </a:lstStyle>
          <a:p>
            <a:pPr>
              <a:defRPr/>
            </a:pPr>
            <a:fld id="{8333745D-3D85-42D7-B480-34A98251EE3F}" type="slidenum">
              <a:rPr lang="en-US" altLang="es-ES"/>
              <a:pPr>
                <a:defRPr/>
              </a:pPr>
              <a:t>‹#›</a:t>
            </a:fld>
            <a:endParaRPr lang="en-US" altLang="es-ES"/>
          </a:p>
        </p:txBody>
      </p:sp>
    </p:spTree>
    <p:extLst>
      <p:ext uri="{BB962C8B-B14F-4D97-AF65-F5344CB8AC3E}">
        <p14:creationId xmlns:p14="http://schemas.microsoft.com/office/powerpoint/2010/main" val="1"/>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3074" name="Rectangle 1">
            <a:extLst>
              <a:ext uri="{FF2B5EF4-FFF2-40B4-BE49-F238E27FC236}">
                <a16:creationId xmlns:a16="http://schemas.microsoft.com/office/drawing/2014/main" id="{C8E90E0F-BD66-2851-6981-C0DCEAD43D87}"/>
              </a:ext>
            </a:extLst>
          </p:cNvPr>
          <p:cNvSpPr>
            <a:spLocks noGrp="1" noRot="1" noChangeAspect="1"/>
          </p:cNvSpPr>
          <p:nvPr>
            <p:ph type="sldImg"/>
          </p:nvPr>
        </p:nvSpPr>
        <p:spPr bwMode="auto">
          <a:xfrm>
            <a:off x="1143000" y="685800"/>
            <a:ext cx="4572000" cy="3429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bevel/>
                <a:headEnd/>
                <a:tailEnd/>
              </a14:hiddenLine>
            </a:ext>
          </a:extLst>
        </p:spPr>
      </p:sp>
      <p:sp>
        <p:nvSpPr>
          <p:cNvPr id="2" name="Rectangle 2">
            <a:extLst>
              <a:ext uri="{FF2B5EF4-FFF2-40B4-BE49-F238E27FC236}">
                <a16:creationId xmlns:a16="http://schemas.microsoft.com/office/drawing/2014/main" id="{0BB537F3-B2BF-3A66-26C4-144CE90F0090}"/>
              </a:ext>
            </a:extLst>
          </p:cNvPr>
          <p:cNvSpPr>
            <a:spLocks noGrp="1"/>
          </p:cNvSpPr>
          <p:nvPr>
            <p:ph type="body" sz="quarter" idx="1"/>
          </p:nvPr>
        </p:nvSpPr>
        <p:spPr bwMode="auto">
          <a:xfrm>
            <a:off x="914400" y="4343400"/>
            <a:ext cx="5029200" cy="4114800"/>
          </a:xfrm>
          <a:prstGeom prst="rect">
            <a:avLst/>
          </a:prstGeom>
          <a:noFill/>
          <a:ln w="9525" cap="flat" cmpd="sng">
            <a:noFill/>
            <a:prstDash val="solid"/>
            <a:bevel/>
            <a:headEnd type="none" w="med" len="med"/>
            <a:tailEnd type="none" w="med" len="med"/>
          </a:ln>
          <a:effectLst/>
        </p:spPr>
        <p:txBody>
          <a:bodyPr vert="horz" wrap="square" lIns="91440" tIns="45720" rIns="91440" bIns="45720" numCol="1" anchor="t" anchorCtr="0" compatLnSpc="1">
            <a:prstTxWarp prst="textNoShape">
              <a:avLst/>
            </a:prstTxWarp>
          </a:bodyPr>
          <a:lstStyle/>
          <a:p>
            <a:pPr lvl="0"/>
            <a:r>
              <a:rPr lang="es-ES_tradnl" altLang="x-none" noProof="0">
                <a:sym typeface="Avenir Roman" charset="0"/>
              </a:rPr>
              <a:t>Click to edit Master text styles</a:t>
            </a:r>
          </a:p>
          <a:p>
            <a:pPr lvl="1"/>
            <a:r>
              <a:rPr lang="es-ES_tradnl" altLang="x-none" noProof="0">
                <a:sym typeface="Avenir Roman" charset="0"/>
              </a:rPr>
              <a:t>Second level</a:t>
            </a:r>
          </a:p>
          <a:p>
            <a:pPr lvl="2"/>
            <a:r>
              <a:rPr lang="es-ES_tradnl" altLang="x-none" noProof="0">
                <a:sym typeface="Avenir Roman" charset="0"/>
              </a:rPr>
              <a:t>Third level</a:t>
            </a:r>
          </a:p>
          <a:p>
            <a:pPr lvl="3"/>
            <a:r>
              <a:rPr lang="es-ES_tradnl" altLang="x-none" noProof="0">
                <a:sym typeface="Avenir Roman" charset="0"/>
              </a:rPr>
              <a:t>Fourth level</a:t>
            </a:r>
          </a:p>
          <a:p>
            <a:pPr lvl="4"/>
            <a:r>
              <a:rPr lang="es-ES_tradnl" altLang="x-none" noProof="0">
                <a:sym typeface="Avenir Roman" charset="0"/>
              </a:rPr>
              <a:t>Fifth level</a:t>
            </a:r>
          </a:p>
        </p:txBody>
      </p:sp>
    </p:spTree>
  </p:cSld>
  <p:clrMap bg1="lt1" tx1="dk1" bg2="lt2" tx2="dk2" accent1="accent1" accent2="accent2" accent3="accent3" accent4="accent4" accent5="accent5" accent6="accent6" hlink="hlink" folHlink="folHlink"/>
  <p:notesStyle>
    <a:lvl1pPr algn="l" defTabSz="457200" rtl="0" eaLnBrk="0" fontAlgn="base" hangingPunct="0">
      <a:lnSpc>
        <a:spcPct val="125000"/>
      </a:lnSpc>
      <a:spcBef>
        <a:spcPct val="0"/>
      </a:spcBef>
      <a:spcAft>
        <a:spcPct val="0"/>
      </a:spcAft>
      <a:defRPr sz="2400" kern="1200">
        <a:solidFill>
          <a:srgbClr val="000000"/>
        </a:solidFill>
        <a:latin typeface="Avenir" charset="0"/>
        <a:ea typeface="Avenir" charset="0"/>
        <a:cs typeface="Avenir" charset="0"/>
        <a:sym typeface="Avenir Roman" charset="0"/>
      </a:defRPr>
    </a:lvl1pPr>
    <a:lvl2pPr indent="228600" algn="l" defTabSz="457200" rtl="0" eaLnBrk="0" fontAlgn="base" hangingPunct="0">
      <a:lnSpc>
        <a:spcPct val="125000"/>
      </a:lnSpc>
      <a:spcBef>
        <a:spcPct val="0"/>
      </a:spcBef>
      <a:spcAft>
        <a:spcPct val="0"/>
      </a:spcAft>
      <a:defRPr sz="2400" kern="1200">
        <a:solidFill>
          <a:srgbClr val="000000"/>
        </a:solidFill>
        <a:latin typeface="Avenir" charset="0"/>
        <a:ea typeface="Avenir" charset="0"/>
        <a:cs typeface="Avenir" charset="0"/>
        <a:sym typeface="Avenir Roman" charset="0"/>
      </a:defRPr>
    </a:lvl2pPr>
    <a:lvl3pPr indent="457200" algn="l" defTabSz="457200" rtl="0" eaLnBrk="0" fontAlgn="base" hangingPunct="0">
      <a:lnSpc>
        <a:spcPct val="125000"/>
      </a:lnSpc>
      <a:spcBef>
        <a:spcPct val="0"/>
      </a:spcBef>
      <a:spcAft>
        <a:spcPct val="0"/>
      </a:spcAft>
      <a:defRPr sz="2400" kern="1200">
        <a:solidFill>
          <a:srgbClr val="000000"/>
        </a:solidFill>
        <a:latin typeface="Avenir" charset="0"/>
        <a:ea typeface="Avenir" charset="0"/>
        <a:cs typeface="Avenir" charset="0"/>
        <a:sym typeface="Avenir Roman" charset="0"/>
      </a:defRPr>
    </a:lvl3pPr>
    <a:lvl4pPr indent="685800" algn="l" defTabSz="457200" rtl="0" eaLnBrk="0" fontAlgn="base" hangingPunct="0">
      <a:lnSpc>
        <a:spcPct val="125000"/>
      </a:lnSpc>
      <a:spcBef>
        <a:spcPct val="0"/>
      </a:spcBef>
      <a:spcAft>
        <a:spcPct val="0"/>
      </a:spcAft>
      <a:defRPr sz="2400" kern="1200">
        <a:solidFill>
          <a:srgbClr val="000000"/>
        </a:solidFill>
        <a:latin typeface="Avenir" charset="0"/>
        <a:ea typeface="Avenir" charset="0"/>
        <a:cs typeface="Avenir" charset="0"/>
        <a:sym typeface="Avenir Roman" charset="0"/>
      </a:defRPr>
    </a:lvl4pPr>
    <a:lvl5pPr indent="914400" algn="l" defTabSz="457200" rtl="0" eaLnBrk="0" fontAlgn="base" hangingPunct="0">
      <a:lnSpc>
        <a:spcPct val="125000"/>
      </a:lnSpc>
      <a:spcBef>
        <a:spcPct val="0"/>
      </a:spcBef>
      <a:spcAft>
        <a:spcPct val="0"/>
      </a:spcAft>
      <a:defRPr sz="2400" kern="1200">
        <a:solidFill>
          <a:srgbClr val="000000"/>
        </a:solidFill>
        <a:latin typeface="Avenir" charset="0"/>
        <a:ea typeface="Avenir" charset="0"/>
        <a:cs typeface="Avenir" charset="0"/>
        <a:sym typeface="Avenir Roman" charset="0"/>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457200" rtl="0" eaLnBrk="0" fontAlgn="base" latinLnBrk="0" hangingPunct="0">
              <a:lnSpc>
                <a:spcPct val="125000"/>
              </a:lnSpc>
              <a:spcBef>
                <a:spcPct val="0"/>
              </a:spcBef>
              <a:spcAft>
                <a:spcPct val="0"/>
              </a:spcAft>
              <a:buClrTx/>
              <a:buSzTx/>
              <a:buFont typeface="Arial" panose="020B0604020202020204" pitchFamily="34" charset="0"/>
              <a:buNone/>
              <a:tabLst/>
              <a:defRPr/>
            </a:pPr>
            <a:r>
              <a:rPr lang="en-US" sz="2400" kern="1200" dirty="0">
                <a:solidFill>
                  <a:srgbClr val="000000"/>
                </a:solidFill>
                <a:effectLst/>
                <a:latin typeface="Avenir" charset="0"/>
                <a:ea typeface="Avenir" charset="0"/>
                <a:cs typeface="Avenir" charset="0"/>
                <a:sym typeface="Avenir Roman" charset="0"/>
              </a:rPr>
              <a:t>AXEL</a:t>
            </a:r>
          </a:p>
          <a:p>
            <a:pPr marL="0" marR="0" lvl="0" indent="0" algn="l" defTabSz="457200" rtl="0" eaLnBrk="0" fontAlgn="base" latinLnBrk="0" hangingPunct="0">
              <a:lnSpc>
                <a:spcPct val="125000"/>
              </a:lnSpc>
              <a:spcBef>
                <a:spcPct val="0"/>
              </a:spcBef>
              <a:spcAft>
                <a:spcPct val="0"/>
              </a:spcAft>
              <a:buClrTx/>
              <a:buSzTx/>
              <a:buFont typeface="Arial" panose="020B0604020202020204" pitchFamily="34" charset="0"/>
              <a:buNone/>
              <a:tabLst/>
              <a:defRPr/>
            </a:pPr>
            <a:r>
              <a:rPr lang="en-US" sz="2400" kern="1200" dirty="0">
                <a:solidFill>
                  <a:srgbClr val="000000"/>
                </a:solidFill>
                <a:effectLst/>
                <a:latin typeface="Avenir" charset="0"/>
                <a:ea typeface="Avenir" charset="0"/>
                <a:cs typeface="Avenir" charset="0"/>
                <a:sym typeface="Avenir Roman" charset="0"/>
              </a:rPr>
              <a:t>[P1] "</a:t>
            </a:r>
            <a:r>
              <a:rPr lang="en-US" sz="2400" kern="1200" dirty="0" err="1">
                <a:solidFill>
                  <a:srgbClr val="000000"/>
                </a:solidFill>
                <a:effectLst/>
                <a:latin typeface="Avenir" charset="0"/>
                <a:ea typeface="Avenir" charset="0"/>
                <a:cs typeface="Avenir" charset="0"/>
                <a:sym typeface="Avenir Roman" charset="0"/>
              </a:rPr>
              <a:t>Bienvenidos</a:t>
            </a:r>
            <a:r>
              <a:rPr lang="en-US" sz="2400" kern="1200" dirty="0">
                <a:solidFill>
                  <a:srgbClr val="000000"/>
                </a:solidFill>
                <a:effectLst/>
                <a:latin typeface="Avenir" charset="0"/>
                <a:ea typeface="Avenir" charset="0"/>
                <a:cs typeface="Avenir" charset="0"/>
                <a:sym typeface="Avenir Roman" charset="0"/>
              </a:rPr>
              <a:t> y </a:t>
            </a:r>
            <a:r>
              <a:rPr lang="en-US" sz="2400" kern="1200" dirty="0" err="1">
                <a:solidFill>
                  <a:srgbClr val="000000"/>
                </a:solidFill>
                <a:effectLst/>
                <a:latin typeface="Avenir" charset="0"/>
                <a:ea typeface="Avenir" charset="0"/>
                <a:cs typeface="Avenir" charset="0"/>
                <a:sym typeface="Avenir Roman" charset="0"/>
              </a:rPr>
              <a:t>muchas</a:t>
            </a:r>
            <a:r>
              <a:rPr lang="en-US" sz="2400" kern="1200" dirty="0">
                <a:solidFill>
                  <a:srgbClr val="000000"/>
                </a:solidFill>
                <a:effectLst/>
                <a:latin typeface="Avenir" charset="0"/>
                <a:ea typeface="Avenir" charset="0"/>
                <a:cs typeface="Avenir" charset="0"/>
                <a:sym typeface="Avenir Roman" charset="0"/>
              </a:rPr>
              <a:t> gracias al tribunal. Somos </a:t>
            </a:r>
            <a:r>
              <a:rPr lang="en-US" sz="2400" kern="1200" dirty="0" err="1">
                <a:solidFill>
                  <a:srgbClr val="000000"/>
                </a:solidFill>
                <a:effectLst/>
                <a:latin typeface="Avenir" charset="0"/>
                <a:ea typeface="Avenir" charset="0"/>
                <a:cs typeface="Avenir" charset="0"/>
                <a:sym typeface="Avenir Roman" charset="0"/>
              </a:rPr>
              <a:t>el</a:t>
            </a:r>
            <a:r>
              <a:rPr lang="en-US" sz="2400" kern="1200" dirty="0">
                <a:solidFill>
                  <a:srgbClr val="000000"/>
                </a:solidFill>
                <a:effectLst/>
                <a:latin typeface="Avenir" charset="0"/>
                <a:ea typeface="Avenir" charset="0"/>
                <a:cs typeface="Avenir" charset="0"/>
                <a:sym typeface="Avenir Roman" charset="0"/>
              </a:rPr>
              <a:t> Equipo 3005, y hoy les </a:t>
            </a:r>
            <a:r>
              <a:rPr lang="en-US" sz="2400" kern="1200" dirty="0" err="1">
                <a:solidFill>
                  <a:srgbClr val="000000"/>
                </a:solidFill>
                <a:effectLst/>
                <a:latin typeface="Avenir" charset="0"/>
                <a:ea typeface="Avenir" charset="0"/>
                <a:cs typeface="Avenir" charset="0"/>
                <a:sym typeface="Avenir Roman" charset="0"/>
              </a:rPr>
              <a:t>presentamos</a:t>
            </a:r>
            <a:r>
              <a:rPr lang="en-US" sz="2400" kern="1200" dirty="0">
                <a:solidFill>
                  <a:srgbClr val="000000"/>
                </a:solidFill>
                <a:effectLst/>
                <a:latin typeface="Avenir" charset="0"/>
                <a:ea typeface="Avenir" charset="0"/>
                <a:cs typeface="Avenir" charset="0"/>
                <a:sym typeface="Avenir Roman" charset="0"/>
              </a:rPr>
              <a:t> Caporal AI: un Sistema para la </a:t>
            </a:r>
            <a:r>
              <a:rPr lang="en-US" sz="2400" kern="1200" dirty="0" err="1">
                <a:solidFill>
                  <a:srgbClr val="000000"/>
                </a:solidFill>
                <a:effectLst/>
                <a:latin typeface="Avenir" charset="0"/>
                <a:ea typeface="Avenir" charset="0"/>
                <a:cs typeface="Avenir" charset="0"/>
                <a:sym typeface="Avenir Roman" charset="0"/>
              </a:rPr>
              <a:t>Optimización</a:t>
            </a:r>
            <a:r>
              <a:rPr lang="en-US" sz="2400" kern="1200" dirty="0">
                <a:solidFill>
                  <a:srgbClr val="000000"/>
                </a:solidFill>
                <a:effectLst/>
                <a:latin typeface="Avenir" charset="0"/>
                <a:ea typeface="Avenir" charset="0"/>
                <a:cs typeface="Avenir" charset="0"/>
                <a:sym typeface="Avenir Roman" charset="0"/>
              </a:rPr>
              <a:t> </a:t>
            </a:r>
            <a:r>
              <a:rPr lang="en-US" sz="2400" kern="1200" dirty="0" err="1">
                <a:solidFill>
                  <a:srgbClr val="000000"/>
                </a:solidFill>
                <a:effectLst/>
                <a:latin typeface="Avenir" charset="0"/>
                <a:ea typeface="Avenir" charset="0"/>
                <a:cs typeface="Avenir" charset="0"/>
                <a:sym typeface="Avenir Roman" charset="0"/>
              </a:rPr>
              <a:t>Económica</a:t>
            </a:r>
            <a:r>
              <a:rPr lang="en-US" sz="2400" kern="1200" dirty="0">
                <a:solidFill>
                  <a:srgbClr val="000000"/>
                </a:solidFill>
                <a:effectLst/>
                <a:latin typeface="Avenir" charset="0"/>
                <a:ea typeface="Avenir" charset="0"/>
                <a:cs typeface="Avenir" charset="0"/>
                <a:sym typeface="Avenir Roman" charset="0"/>
              </a:rPr>
              <a:t> de </a:t>
            </a:r>
            <a:r>
              <a:rPr lang="en-US" sz="2400" kern="1200" dirty="0" err="1">
                <a:solidFill>
                  <a:srgbClr val="000000"/>
                </a:solidFill>
                <a:effectLst/>
                <a:latin typeface="Avenir" charset="0"/>
                <a:ea typeface="Avenir" charset="0"/>
                <a:cs typeface="Avenir" charset="0"/>
                <a:sym typeface="Avenir Roman" charset="0"/>
              </a:rPr>
              <a:t>Dietas</a:t>
            </a:r>
            <a:r>
              <a:rPr lang="en-US" sz="2400" kern="1200" dirty="0">
                <a:solidFill>
                  <a:srgbClr val="000000"/>
                </a:solidFill>
                <a:effectLst/>
                <a:latin typeface="Avenir" charset="0"/>
                <a:ea typeface="Avenir" charset="0"/>
                <a:cs typeface="Avenir" charset="0"/>
                <a:sym typeface="Avenir Roman" charset="0"/>
              </a:rPr>
              <a:t> </a:t>
            </a:r>
            <a:r>
              <a:rPr lang="en-US" sz="2400" kern="1200" dirty="0" err="1">
                <a:solidFill>
                  <a:srgbClr val="000000"/>
                </a:solidFill>
                <a:effectLst/>
                <a:latin typeface="Avenir" charset="0"/>
                <a:ea typeface="Avenir" charset="0"/>
                <a:cs typeface="Avenir" charset="0"/>
                <a:sym typeface="Avenir Roman" charset="0"/>
              </a:rPr>
              <a:t>Bovinas</a:t>
            </a:r>
            <a:r>
              <a:rPr lang="en-US" sz="2400" kern="1200" dirty="0">
                <a:solidFill>
                  <a:srgbClr val="000000"/>
                </a:solidFill>
                <a:effectLst/>
                <a:latin typeface="Avenir" charset="0"/>
                <a:ea typeface="Avenir" charset="0"/>
                <a:cs typeface="Avenir" charset="0"/>
                <a:sym typeface="Avenir Roman" charset="0"/>
              </a:rPr>
              <a:t>."</a:t>
            </a:r>
            <a:br>
              <a:rPr lang="en-US" sz="2400" kern="1200" dirty="0">
                <a:solidFill>
                  <a:srgbClr val="000000"/>
                </a:solidFill>
                <a:effectLst/>
                <a:latin typeface="Avenir" charset="0"/>
                <a:ea typeface="Avenir" charset="0"/>
                <a:cs typeface="Avenir" charset="0"/>
                <a:sym typeface="Avenir Roman" charset="0"/>
              </a:rPr>
            </a:br>
            <a:br>
              <a:rPr lang="en-US" sz="2400" kern="1200" dirty="0">
                <a:solidFill>
                  <a:srgbClr val="000000"/>
                </a:solidFill>
                <a:effectLst/>
                <a:latin typeface="Avenir" charset="0"/>
                <a:ea typeface="Avenir" charset="0"/>
                <a:cs typeface="Avenir" charset="0"/>
                <a:sym typeface="Avenir Roman" charset="0"/>
              </a:rPr>
            </a:br>
            <a:r>
              <a:rPr lang="en-US" sz="2400" kern="1200" dirty="0">
                <a:solidFill>
                  <a:srgbClr val="000000"/>
                </a:solidFill>
                <a:effectLst/>
                <a:latin typeface="Avenir" charset="0"/>
                <a:ea typeface="Avenir" charset="0"/>
                <a:cs typeface="Avenir" charset="0"/>
                <a:sym typeface="Avenir Roman" charset="0"/>
              </a:rPr>
              <a:t>[P2] "Durante </a:t>
            </a:r>
            <a:r>
              <a:rPr lang="en-US" sz="2400" kern="1200" dirty="0" err="1">
                <a:solidFill>
                  <a:srgbClr val="000000"/>
                </a:solidFill>
                <a:effectLst/>
                <a:latin typeface="Avenir" charset="0"/>
                <a:ea typeface="Avenir" charset="0"/>
                <a:cs typeface="Avenir" charset="0"/>
                <a:sym typeface="Avenir Roman" charset="0"/>
              </a:rPr>
              <a:t>los</a:t>
            </a:r>
            <a:r>
              <a:rPr lang="en-US" sz="2400" kern="1200" dirty="0">
                <a:solidFill>
                  <a:srgbClr val="000000"/>
                </a:solidFill>
                <a:effectLst/>
                <a:latin typeface="Avenir" charset="0"/>
                <a:ea typeface="Avenir" charset="0"/>
                <a:cs typeface="Avenir" charset="0"/>
                <a:sym typeface="Avenir Roman" charset="0"/>
              </a:rPr>
              <a:t> </a:t>
            </a:r>
            <a:r>
              <a:rPr lang="en-US" sz="2400" kern="1200" dirty="0" err="1">
                <a:solidFill>
                  <a:srgbClr val="000000"/>
                </a:solidFill>
                <a:effectLst/>
                <a:latin typeface="Avenir" charset="0"/>
                <a:ea typeface="Avenir" charset="0"/>
                <a:cs typeface="Avenir" charset="0"/>
                <a:sym typeface="Avenir Roman" charset="0"/>
              </a:rPr>
              <a:t>próximos</a:t>
            </a:r>
            <a:r>
              <a:rPr lang="en-US" sz="2400" kern="1200" dirty="0">
                <a:solidFill>
                  <a:srgbClr val="000000"/>
                </a:solidFill>
                <a:effectLst/>
                <a:latin typeface="Avenir" charset="0"/>
                <a:ea typeface="Avenir" charset="0"/>
                <a:cs typeface="Avenir" charset="0"/>
                <a:sym typeface="Avenir Roman" charset="0"/>
              </a:rPr>
              <a:t> </a:t>
            </a:r>
            <a:r>
              <a:rPr lang="en-US" sz="2400" kern="1200" dirty="0" err="1">
                <a:solidFill>
                  <a:srgbClr val="000000"/>
                </a:solidFill>
                <a:effectLst/>
                <a:latin typeface="Avenir" charset="0"/>
                <a:ea typeface="Avenir" charset="0"/>
                <a:cs typeface="Avenir" charset="0"/>
                <a:sym typeface="Avenir Roman" charset="0"/>
              </a:rPr>
              <a:t>minutos</a:t>
            </a:r>
            <a:r>
              <a:rPr lang="en-US" sz="2400" kern="1200" dirty="0">
                <a:solidFill>
                  <a:srgbClr val="000000"/>
                </a:solidFill>
                <a:effectLst/>
                <a:latin typeface="Avenir" charset="0"/>
                <a:ea typeface="Avenir" charset="0"/>
                <a:cs typeface="Avenir" charset="0"/>
                <a:sym typeface="Avenir Roman" charset="0"/>
              </a:rPr>
              <a:t> </a:t>
            </a:r>
            <a:r>
              <a:rPr lang="en-US" sz="2400" kern="1200" dirty="0" err="1">
                <a:solidFill>
                  <a:srgbClr val="000000"/>
                </a:solidFill>
                <a:effectLst/>
                <a:latin typeface="Avenir" charset="0"/>
                <a:ea typeface="Avenir" charset="0"/>
                <a:cs typeface="Avenir" charset="0"/>
                <a:sym typeface="Avenir Roman" charset="0"/>
              </a:rPr>
              <a:t>vamos</a:t>
            </a:r>
            <a:r>
              <a:rPr lang="en-US" sz="2400" kern="1200" dirty="0">
                <a:solidFill>
                  <a:srgbClr val="000000"/>
                </a:solidFill>
                <a:effectLst/>
                <a:latin typeface="Avenir" charset="0"/>
                <a:ea typeface="Avenir" charset="0"/>
                <a:cs typeface="Avenir" charset="0"/>
                <a:sym typeface="Avenir Roman" charset="0"/>
              </a:rPr>
              <a:t> a </a:t>
            </a:r>
            <a:r>
              <a:rPr lang="en-US" sz="2400" kern="1200" dirty="0" err="1">
                <a:solidFill>
                  <a:srgbClr val="000000"/>
                </a:solidFill>
                <a:effectLst/>
                <a:latin typeface="Avenir" charset="0"/>
                <a:ea typeface="Avenir" charset="0"/>
                <a:cs typeface="Avenir" charset="0"/>
                <a:sym typeface="Avenir Roman" charset="0"/>
              </a:rPr>
              <a:t>demostrar</a:t>
            </a:r>
            <a:r>
              <a:rPr lang="en-US" sz="2400" kern="1200" dirty="0">
                <a:solidFill>
                  <a:srgbClr val="000000"/>
                </a:solidFill>
                <a:effectLst/>
                <a:latin typeface="Avenir" charset="0"/>
                <a:ea typeface="Avenir" charset="0"/>
                <a:cs typeface="Avenir" charset="0"/>
                <a:sym typeface="Avenir Roman" charset="0"/>
              </a:rPr>
              <a:t> </a:t>
            </a:r>
            <a:r>
              <a:rPr lang="en-US" sz="2400" kern="1200" dirty="0" err="1">
                <a:solidFill>
                  <a:srgbClr val="000000"/>
                </a:solidFill>
                <a:effectLst/>
                <a:latin typeface="Avenir" charset="0"/>
                <a:ea typeface="Avenir" charset="0"/>
                <a:cs typeface="Avenir" charset="0"/>
                <a:sym typeface="Avenir Roman" charset="0"/>
              </a:rPr>
              <a:t>cómo</a:t>
            </a:r>
            <a:r>
              <a:rPr lang="en-US" sz="2400" kern="1200" dirty="0">
                <a:solidFill>
                  <a:srgbClr val="000000"/>
                </a:solidFill>
                <a:effectLst/>
                <a:latin typeface="Avenir" charset="0"/>
                <a:ea typeface="Avenir" charset="0"/>
                <a:cs typeface="Avenir" charset="0"/>
                <a:sym typeface="Avenir Roman" charset="0"/>
              </a:rPr>
              <a:t> la </a:t>
            </a:r>
            <a:r>
              <a:rPr lang="en-US" sz="2400" kern="1200" dirty="0" err="1">
                <a:solidFill>
                  <a:srgbClr val="000000"/>
                </a:solidFill>
                <a:effectLst/>
                <a:latin typeface="Avenir" charset="0"/>
                <a:ea typeface="Avenir" charset="0"/>
                <a:cs typeface="Avenir" charset="0"/>
                <a:sym typeface="Avenir Roman" charset="0"/>
              </a:rPr>
              <a:t>Inteligencia</a:t>
            </a:r>
            <a:r>
              <a:rPr lang="en-US" sz="2400" kern="1200" dirty="0">
                <a:solidFill>
                  <a:srgbClr val="000000"/>
                </a:solidFill>
                <a:effectLst/>
                <a:latin typeface="Avenir" charset="0"/>
                <a:ea typeface="Avenir" charset="0"/>
                <a:cs typeface="Avenir" charset="0"/>
                <a:sym typeface="Avenir Roman" charset="0"/>
              </a:rPr>
              <a:t> Artificial </a:t>
            </a:r>
            <a:r>
              <a:rPr lang="en-US" sz="2400" kern="1200" dirty="0" err="1">
                <a:solidFill>
                  <a:srgbClr val="000000"/>
                </a:solidFill>
                <a:effectLst/>
                <a:latin typeface="Avenir" charset="0"/>
                <a:ea typeface="Avenir" charset="0"/>
                <a:cs typeface="Avenir" charset="0"/>
                <a:sym typeface="Avenir Roman" charset="0"/>
              </a:rPr>
              <a:t>híbrida</a:t>
            </a:r>
            <a:r>
              <a:rPr lang="en-US" sz="2400" kern="1200" dirty="0">
                <a:solidFill>
                  <a:srgbClr val="000000"/>
                </a:solidFill>
                <a:effectLst/>
                <a:latin typeface="Avenir" charset="0"/>
                <a:ea typeface="Avenir" charset="0"/>
                <a:cs typeface="Avenir" charset="0"/>
                <a:sym typeface="Avenir Roman" charset="0"/>
              </a:rPr>
              <a:t> </a:t>
            </a:r>
            <a:r>
              <a:rPr lang="en-US" sz="2400" kern="1200" dirty="0" err="1">
                <a:solidFill>
                  <a:srgbClr val="000000"/>
                </a:solidFill>
                <a:effectLst/>
                <a:latin typeface="Avenir" charset="0"/>
                <a:ea typeface="Avenir" charset="0"/>
                <a:cs typeface="Avenir" charset="0"/>
                <a:sym typeface="Avenir Roman" charset="0"/>
              </a:rPr>
              <a:t>puede</a:t>
            </a:r>
            <a:r>
              <a:rPr lang="en-US" sz="2400" kern="1200" dirty="0">
                <a:solidFill>
                  <a:srgbClr val="000000"/>
                </a:solidFill>
                <a:effectLst/>
                <a:latin typeface="Avenir" charset="0"/>
                <a:ea typeface="Avenir" charset="0"/>
                <a:cs typeface="Avenir" charset="0"/>
                <a:sym typeface="Avenir Roman" charset="0"/>
              </a:rPr>
              <a:t> </a:t>
            </a:r>
            <a:r>
              <a:rPr lang="en-US" sz="2400" kern="1200" dirty="0" err="1">
                <a:solidFill>
                  <a:srgbClr val="000000"/>
                </a:solidFill>
                <a:effectLst/>
                <a:latin typeface="Avenir" charset="0"/>
                <a:ea typeface="Avenir" charset="0"/>
                <a:cs typeface="Avenir" charset="0"/>
                <a:sym typeface="Avenir Roman" charset="0"/>
              </a:rPr>
              <a:t>democratizar</a:t>
            </a:r>
            <a:r>
              <a:rPr lang="en-US" sz="2400" kern="1200" dirty="0">
                <a:solidFill>
                  <a:srgbClr val="000000"/>
                </a:solidFill>
                <a:effectLst/>
                <a:latin typeface="Avenir" charset="0"/>
                <a:ea typeface="Avenir" charset="0"/>
                <a:cs typeface="Avenir" charset="0"/>
                <a:sym typeface="Avenir Roman" charset="0"/>
              </a:rPr>
              <a:t> la </a:t>
            </a:r>
            <a:r>
              <a:rPr lang="en-US" sz="2400" kern="1200" dirty="0" err="1">
                <a:solidFill>
                  <a:srgbClr val="000000"/>
                </a:solidFill>
                <a:effectLst/>
                <a:latin typeface="Avenir" charset="0"/>
                <a:ea typeface="Avenir" charset="0"/>
                <a:cs typeface="Avenir" charset="0"/>
                <a:sym typeface="Avenir Roman" charset="0"/>
              </a:rPr>
              <a:t>zootecnia</a:t>
            </a:r>
            <a:r>
              <a:rPr lang="en-US" sz="2400" kern="1200" dirty="0">
                <a:solidFill>
                  <a:srgbClr val="000000"/>
                </a:solidFill>
                <a:effectLst/>
                <a:latin typeface="Avenir" charset="0"/>
                <a:ea typeface="Avenir" charset="0"/>
                <a:cs typeface="Avenir" charset="0"/>
                <a:sym typeface="Avenir Roman" charset="0"/>
              </a:rPr>
              <a:t> de </a:t>
            </a:r>
            <a:r>
              <a:rPr lang="en-US" sz="2400" kern="1200" dirty="0" err="1">
                <a:solidFill>
                  <a:srgbClr val="000000"/>
                </a:solidFill>
                <a:effectLst/>
                <a:latin typeface="Avenir" charset="0"/>
                <a:ea typeface="Avenir" charset="0"/>
                <a:cs typeface="Avenir" charset="0"/>
                <a:sym typeface="Avenir Roman" charset="0"/>
              </a:rPr>
              <a:t>precisión</a:t>
            </a:r>
            <a:r>
              <a:rPr lang="en-US" sz="2400" kern="1200" dirty="0">
                <a:solidFill>
                  <a:srgbClr val="000000"/>
                </a:solidFill>
                <a:effectLst/>
                <a:latin typeface="Avenir" charset="0"/>
                <a:ea typeface="Avenir" charset="0"/>
                <a:cs typeface="Avenir" charset="0"/>
                <a:sym typeface="Avenir Roman" charset="0"/>
              </a:rPr>
              <a:t> para </a:t>
            </a:r>
            <a:r>
              <a:rPr lang="en-US" sz="2400" kern="1200" dirty="0" err="1">
                <a:solidFill>
                  <a:srgbClr val="000000"/>
                </a:solidFill>
                <a:effectLst/>
                <a:latin typeface="Avenir" charset="0"/>
                <a:ea typeface="Avenir" charset="0"/>
                <a:cs typeface="Avenir" charset="0"/>
                <a:sym typeface="Avenir Roman" charset="0"/>
              </a:rPr>
              <a:t>los</a:t>
            </a:r>
            <a:r>
              <a:rPr lang="en-US" sz="2400" kern="1200" dirty="0">
                <a:solidFill>
                  <a:srgbClr val="000000"/>
                </a:solidFill>
                <a:effectLst/>
                <a:latin typeface="Avenir" charset="0"/>
                <a:ea typeface="Avenir" charset="0"/>
                <a:cs typeface="Avenir" charset="0"/>
                <a:sym typeface="Avenir Roman" charset="0"/>
              </a:rPr>
              <a:t> </a:t>
            </a:r>
            <a:r>
              <a:rPr lang="en-US" sz="2400" kern="1200" dirty="0" err="1">
                <a:solidFill>
                  <a:srgbClr val="000000"/>
                </a:solidFill>
                <a:effectLst/>
                <a:latin typeface="Avenir" charset="0"/>
                <a:ea typeface="Avenir" charset="0"/>
                <a:cs typeface="Avenir" charset="0"/>
                <a:sym typeface="Avenir Roman" charset="0"/>
              </a:rPr>
              <a:t>ganaderos</a:t>
            </a:r>
            <a:r>
              <a:rPr lang="en-US" sz="2400" kern="1200" dirty="0">
                <a:solidFill>
                  <a:srgbClr val="000000"/>
                </a:solidFill>
                <a:effectLst/>
                <a:latin typeface="Avenir" charset="0"/>
                <a:ea typeface="Avenir" charset="0"/>
                <a:cs typeface="Avenir" charset="0"/>
                <a:sym typeface="Avenir Roman" charset="0"/>
              </a:rPr>
              <a:t> </a:t>
            </a:r>
            <a:r>
              <a:rPr lang="en-US" sz="2400" kern="1200" dirty="0" err="1">
                <a:solidFill>
                  <a:srgbClr val="000000"/>
                </a:solidFill>
                <a:effectLst/>
                <a:latin typeface="Avenir" charset="0"/>
                <a:ea typeface="Avenir" charset="0"/>
                <a:cs typeface="Avenir" charset="0"/>
                <a:sym typeface="Avenir Roman" charset="0"/>
              </a:rPr>
              <a:t>mexicanos</a:t>
            </a:r>
            <a:r>
              <a:rPr lang="en-US" sz="2400" kern="1200" dirty="0">
                <a:solidFill>
                  <a:srgbClr val="000000"/>
                </a:solidFill>
                <a:effectLst/>
                <a:latin typeface="Avenir" charset="0"/>
                <a:ea typeface="Avenir" charset="0"/>
                <a:cs typeface="Avenir" charset="0"/>
                <a:sym typeface="Avenir Roman" charset="0"/>
              </a:rPr>
              <a:t>."</a:t>
            </a:r>
            <a:br>
              <a:rPr lang="en-US" sz="2400" kern="1200" dirty="0">
                <a:solidFill>
                  <a:srgbClr val="000000"/>
                </a:solidFill>
                <a:effectLst/>
                <a:latin typeface="Avenir" charset="0"/>
                <a:ea typeface="Avenir" charset="0"/>
                <a:cs typeface="Avenir" charset="0"/>
                <a:sym typeface="Avenir Roman" charset="0"/>
              </a:rPr>
            </a:br>
            <a:br>
              <a:rPr lang="en-US" sz="2400" kern="1200" dirty="0">
                <a:solidFill>
                  <a:srgbClr val="000000"/>
                </a:solidFill>
                <a:effectLst/>
                <a:latin typeface="Avenir" charset="0"/>
                <a:ea typeface="Avenir" charset="0"/>
                <a:cs typeface="Avenir" charset="0"/>
                <a:sym typeface="Avenir Roman" charset="0"/>
              </a:rPr>
            </a:br>
            <a:r>
              <a:rPr lang="en-US" sz="2400" kern="1200" dirty="0">
                <a:solidFill>
                  <a:srgbClr val="000000"/>
                </a:solidFill>
                <a:effectLst/>
                <a:latin typeface="Avenir" charset="0"/>
                <a:ea typeface="Avenir" charset="0"/>
                <a:cs typeface="Avenir" charset="0"/>
                <a:sym typeface="Avenir Roman" charset="0"/>
              </a:rPr>
              <a:t>[P3] "Un </a:t>
            </a:r>
            <a:r>
              <a:rPr lang="en-US" sz="2400" kern="1200" dirty="0" err="1">
                <a:solidFill>
                  <a:srgbClr val="000000"/>
                </a:solidFill>
                <a:effectLst/>
                <a:latin typeface="Avenir" charset="0"/>
                <a:ea typeface="Avenir" charset="0"/>
                <a:cs typeface="Avenir" charset="0"/>
                <a:sym typeface="Avenir Roman" charset="0"/>
              </a:rPr>
              <a:t>proyecto</a:t>
            </a:r>
            <a:r>
              <a:rPr lang="en-US" sz="2400" kern="1200" dirty="0">
                <a:solidFill>
                  <a:srgbClr val="000000"/>
                </a:solidFill>
                <a:effectLst/>
                <a:latin typeface="Avenir" charset="0"/>
                <a:ea typeface="Avenir" charset="0"/>
                <a:cs typeface="Avenir" charset="0"/>
                <a:sym typeface="Avenir Roman" charset="0"/>
              </a:rPr>
              <a:t> </a:t>
            </a:r>
            <a:r>
              <a:rPr lang="en-US" sz="2400" kern="1200" dirty="0" err="1">
                <a:solidFill>
                  <a:srgbClr val="000000"/>
                </a:solidFill>
                <a:effectLst/>
                <a:latin typeface="Avenir" charset="0"/>
                <a:ea typeface="Avenir" charset="0"/>
                <a:cs typeface="Avenir" charset="0"/>
                <a:sym typeface="Avenir Roman" charset="0"/>
              </a:rPr>
              <a:t>construido</a:t>
            </a:r>
            <a:r>
              <a:rPr lang="en-US" sz="2400" kern="1200" dirty="0">
                <a:solidFill>
                  <a:srgbClr val="000000"/>
                </a:solidFill>
                <a:effectLst/>
                <a:latin typeface="Avenir" charset="0"/>
                <a:ea typeface="Avenir" charset="0"/>
                <a:cs typeface="Avenir" charset="0"/>
                <a:sym typeface="Avenir Roman" charset="0"/>
              </a:rPr>
              <a:t> con rigor </a:t>
            </a:r>
            <a:r>
              <a:rPr lang="en-US" sz="2400" kern="1200" dirty="0" err="1">
                <a:solidFill>
                  <a:srgbClr val="000000"/>
                </a:solidFill>
                <a:effectLst/>
                <a:latin typeface="Avenir" charset="0"/>
                <a:ea typeface="Avenir" charset="0"/>
                <a:cs typeface="Avenir" charset="0"/>
                <a:sym typeface="Avenir Roman" charset="0"/>
              </a:rPr>
              <a:t>científico</a:t>
            </a:r>
            <a:r>
              <a:rPr lang="en-US" sz="2400" kern="1200" dirty="0">
                <a:solidFill>
                  <a:srgbClr val="000000"/>
                </a:solidFill>
                <a:effectLst/>
                <a:latin typeface="Avenir" charset="0"/>
                <a:ea typeface="Avenir" charset="0"/>
                <a:cs typeface="Avenir" charset="0"/>
                <a:sym typeface="Avenir Roman" charset="0"/>
              </a:rPr>
              <a:t>, </a:t>
            </a:r>
            <a:r>
              <a:rPr lang="en-US" sz="2400" kern="1200" dirty="0" err="1">
                <a:solidFill>
                  <a:srgbClr val="000000"/>
                </a:solidFill>
                <a:effectLst/>
                <a:latin typeface="Avenir" charset="0"/>
                <a:ea typeface="Avenir" charset="0"/>
                <a:cs typeface="Avenir" charset="0"/>
                <a:sym typeface="Avenir Roman" charset="0"/>
              </a:rPr>
              <a:t>metodología</a:t>
            </a:r>
            <a:r>
              <a:rPr lang="en-US" sz="2400" kern="1200" dirty="0">
                <a:solidFill>
                  <a:srgbClr val="000000"/>
                </a:solidFill>
                <a:effectLst/>
                <a:latin typeface="Avenir" charset="0"/>
                <a:ea typeface="Avenir" charset="0"/>
                <a:cs typeface="Avenir" charset="0"/>
                <a:sym typeface="Avenir Roman" charset="0"/>
              </a:rPr>
              <a:t> Scrum y </a:t>
            </a:r>
            <a:r>
              <a:rPr lang="en-US" sz="2400" kern="1200" dirty="0" err="1">
                <a:solidFill>
                  <a:srgbClr val="000000"/>
                </a:solidFill>
                <a:effectLst/>
                <a:latin typeface="Avenir" charset="0"/>
                <a:ea typeface="Avenir" charset="0"/>
                <a:cs typeface="Avenir" charset="0"/>
                <a:sym typeface="Avenir Roman" charset="0"/>
              </a:rPr>
              <a:t>validado</a:t>
            </a:r>
            <a:r>
              <a:rPr lang="en-US" sz="2400" kern="1200" dirty="0">
                <a:solidFill>
                  <a:srgbClr val="000000"/>
                </a:solidFill>
                <a:effectLst/>
                <a:latin typeface="Avenir" charset="0"/>
                <a:ea typeface="Avenir" charset="0"/>
                <a:cs typeface="Avenir" charset="0"/>
                <a:sym typeface="Avenir Roman" charset="0"/>
              </a:rPr>
              <a:t> con </a:t>
            </a:r>
            <a:r>
              <a:rPr lang="en-US" sz="2400" kern="1200" dirty="0" err="1">
                <a:solidFill>
                  <a:srgbClr val="000000"/>
                </a:solidFill>
                <a:effectLst/>
                <a:latin typeface="Avenir" charset="0"/>
                <a:ea typeface="Avenir" charset="0"/>
                <a:cs typeface="Avenir" charset="0"/>
                <a:sym typeface="Avenir Roman" charset="0"/>
              </a:rPr>
              <a:t>datos</a:t>
            </a:r>
            <a:r>
              <a:rPr lang="en-US" sz="2400" kern="1200" dirty="0">
                <a:solidFill>
                  <a:srgbClr val="000000"/>
                </a:solidFill>
                <a:effectLst/>
                <a:latin typeface="Avenir" charset="0"/>
                <a:ea typeface="Avenir" charset="0"/>
                <a:cs typeface="Avenir" charset="0"/>
                <a:sym typeface="Avenir Roman" charset="0"/>
              </a:rPr>
              <a:t> reales. Los </a:t>
            </a:r>
            <a:r>
              <a:rPr lang="en-US" sz="2400" kern="1200" dirty="0" err="1">
                <a:solidFill>
                  <a:srgbClr val="000000"/>
                </a:solidFill>
                <a:effectLst/>
                <a:latin typeface="Avenir" charset="0"/>
                <a:ea typeface="Avenir" charset="0"/>
                <a:cs typeface="Avenir" charset="0"/>
                <a:sym typeface="Avenir Roman" charset="0"/>
              </a:rPr>
              <a:t>invitamos</a:t>
            </a:r>
            <a:r>
              <a:rPr lang="en-US" sz="2400" kern="1200" dirty="0">
                <a:solidFill>
                  <a:srgbClr val="000000"/>
                </a:solidFill>
                <a:effectLst/>
                <a:latin typeface="Avenir" charset="0"/>
                <a:ea typeface="Avenir" charset="0"/>
                <a:cs typeface="Avenir" charset="0"/>
                <a:sym typeface="Avenir Roman" charset="0"/>
              </a:rPr>
              <a:t> a </a:t>
            </a:r>
            <a:r>
              <a:rPr lang="en-US" sz="2400" kern="1200" dirty="0" err="1">
                <a:solidFill>
                  <a:srgbClr val="000000"/>
                </a:solidFill>
                <a:effectLst/>
                <a:latin typeface="Avenir" charset="0"/>
                <a:ea typeface="Avenir" charset="0"/>
                <a:cs typeface="Avenir" charset="0"/>
                <a:sym typeface="Avenir Roman" charset="0"/>
              </a:rPr>
              <a:t>conocerlo</a:t>
            </a:r>
            <a:r>
              <a:rPr lang="en-US" sz="2400" kern="1200" dirty="0">
                <a:solidFill>
                  <a:srgbClr val="000000"/>
                </a:solidFill>
                <a:effectLst/>
                <a:latin typeface="Avenir" charset="0"/>
                <a:ea typeface="Avenir" charset="0"/>
                <a:cs typeface="Avenir" charset="0"/>
                <a:sym typeface="Avenir Roman" charset="0"/>
              </a:rPr>
              <a:t>."</a:t>
            </a:r>
            <a:br>
              <a:rPr lang="en-US" sz="2400" kern="1200" dirty="0">
                <a:solidFill>
                  <a:srgbClr val="000000"/>
                </a:solidFill>
                <a:effectLst/>
                <a:latin typeface="Avenir" charset="0"/>
                <a:ea typeface="Avenir" charset="0"/>
                <a:cs typeface="Avenir" charset="0"/>
                <a:sym typeface="Avenir Roman" charset="0"/>
              </a:rPr>
            </a:br>
            <a:br>
              <a:rPr lang="en-US" sz="2400" kern="1200" dirty="0">
                <a:solidFill>
                  <a:srgbClr val="000000"/>
                </a:solidFill>
                <a:effectLst/>
                <a:latin typeface="Avenir" charset="0"/>
                <a:ea typeface="Avenir" charset="0"/>
                <a:cs typeface="Avenir" charset="0"/>
                <a:sym typeface="Avenir Roman" charset="0"/>
              </a:rPr>
            </a:br>
            <a:r>
              <a:rPr lang="en-US" sz="2400" kern="1200" dirty="0">
                <a:solidFill>
                  <a:srgbClr val="000000"/>
                </a:solidFill>
                <a:effectLst/>
                <a:latin typeface="Avenir" charset="0"/>
                <a:ea typeface="Avenir" charset="0"/>
                <a:cs typeface="Avenir" charset="0"/>
                <a:sym typeface="Avenir Roman" charset="0"/>
              </a:rPr>
              <a:t>⏱ ~30 seg. | 💡 Reglas de Oro: No leer — </a:t>
            </a:r>
            <a:r>
              <a:rPr lang="en-US" sz="2400" kern="1200" dirty="0" err="1">
                <a:solidFill>
                  <a:srgbClr val="000000"/>
                </a:solidFill>
                <a:effectLst/>
                <a:latin typeface="Avenir" charset="0"/>
                <a:ea typeface="Avenir" charset="0"/>
                <a:cs typeface="Avenir" charset="0"/>
                <a:sym typeface="Avenir Roman" charset="0"/>
              </a:rPr>
              <a:t>cámaras</a:t>
            </a:r>
            <a:r>
              <a:rPr lang="en-US" sz="2400" kern="1200" dirty="0">
                <a:solidFill>
                  <a:srgbClr val="000000"/>
                </a:solidFill>
                <a:effectLst/>
                <a:latin typeface="Avenir" charset="0"/>
                <a:ea typeface="Avenir" charset="0"/>
                <a:cs typeface="Avenir" charset="0"/>
                <a:sym typeface="Avenir Roman" charset="0"/>
              </a:rPr>
              <a:t> </a:t>
            </a:r>
            <a:r>
              <a:rPr lang="en-US" sz="2400" kern="1200" dirty="0" err="1">
                <a:solidFill>
                  <a:srgbClr val="000000"/>
                </a:solidFill>
                <a:effectLst/>
                <a:latin typeface="Avenir" charset="0"/>
                <a:ea typeface="Avenir" charset="0"/>
                <a:cs typeface="Avenir" charset="0"/>
                <a:sym typeface="Avenir Roman" charset="0"/>
              </a:rPr>
              <a:t>encendidas</a:t>
            </a:r>
            <a:r>
              <a:rPr lang="en-US" sz="2400" kern="1200" dirty="0">
                <a:solidFill>
                  <a:srgbClr val="000000"/>
                </a:solidFill>
                <a:effectLst/>
                <a:latin typeface="Avenir" charset="0"/>
                <a:ea typeface="Avenir" charset="0"/>
                <a:cs typeface="Avenir" charset="0"/>
                <a:sym typeface="Avenir Roman" charset="0"/>
              </a:rPr>
              <a:t> — </a:t>
            </a:r>
            <a:r>
              <a:rPr lang="en-US" sz="2400" kern="1200" dirty="0" err="1">
                <a:solidFill>
                  <a:srgbClr val="000000"/>
                </a:solidFill>
                <a:effectLst/>
                <a:latin typeface="Avenir" charset="0"/>
                <a:ea typeface="Avenir" charset="0"/>
                <a:cs typeface="Avenir" charset="0"/>
                <a:sym typeface="Avenir Roman" charset="0"/>
              </a:rPr>
              <a:t>máx</a:t>
            </a:r>
            <a:r>
              <a:rPr lang="en-US" sz="2400" kern="1200" dirty="0">
                <a:solidFill>
                  <a:srgbClr val="000000"/>
                </a:solidFill>
                <a:effectLst/>
                <a:latin typeface="Avenir" charset="0"/>
                <a:ea typeface="Avenir" charset="0"/>
                <a:cs typeface="Avenir" charset="0"/>
                <a:sym typeface="Avenir Roman" charset="0"/>
              </a:rPr>
              <a:t>. 10-15 min </a:t>
            </a:r>
            <a:r>
              <a:rPr lang="en-US" sz="2400" kern="1200" dirty="0" err="1">
                <a:solidFill>
                  <a:srgbClr val="000000"/>
                </a:solidFill>
                <a:effectLst/>
                <a:latin typeface="Avenir" charset="0"/>
                <a:ea typeface="Avenir" charset="0"/>
                <a:cs typeface="Avenir" charset="0"/>
                <a:sym typeface="Avenir Roman" charset="0"/>
              </a:rPr>
              <a:t>en</a:t>
            </a:r>
            <a:r>
              <a:rPr lang="en-US" sz="2400" kern="1200" dirty="0">
                <a:solidFill>
                  <a:srgbClr val="000000"/>
                </a:solidFill>
                <a:effectLst/>
                <a:latin typeface="Avenir" charset="0"/>
                <a:ea typeface="Avenir" charset="0"/>
                <a:cs typeface="Avenir" charset="0"/>
                <a:sym typeface="Avenir Roman" charset="0"/>
              </a:rPr>
              <a:t> total.</a:t>
            </a:r>
            <a:endParaRPr lang="en-US" dirty="0">
              <a:effectLst/>
            </a:endParaRPr>
          </a:p>
          <a:p>
            <a:pPr marL="0" indent="0">
              <a:buFont typeface="Arial" panose="020B0604020202020204" pitchFamily="34" charset="0"/>
              <a:buNone/>
            </a:pPr>
            <a:endParaRPr lang="en-US" dirty="0"/>
          </a:p>
        </p:txBody>
      </p:sp>
    </p:spTree>
    <p:extLst>
      <p:ext uri="{BB962C8B-B14F-4D97-AF65-F5344CB8AC3E}">
        <p14:creationId xmlns:p14="http://schemas.microsoft.com/office/powerpoint/2010/main" val="1802612417"/>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457200" rtl="0" eaLnBrk="0" fontAlgn="base" latinLnBrk="0" hangingPunct="0">
              <a:lnSpc>
                <a:spcPct val="125000"/>
              </a:lnSpc>
              <a:spcBef>
                <a:spcPct val="0"/>
              </a:spcBef>
              <a:spcAft>
                <a:spcPct val="0"/>
              </a:spcAft>
              <a:buClrTx/>
              <a:buSzTx/>
              <a:buFont typeface="Arial" panose="020B0604020202020204" pitchFamily="34" charset="0"/>
              <a:buNone/>
              <a:tabLst/>
              <a:defRPr/>
            </a:pPr>
            <a:r>
              <a:rPr lang="en-US" sz="2400" kern="1200" dirty="0">
                <a:solidFill>
                  <a:srgbClr val="000000"/>
                </a:solidFill>
                <a:effectLst/>
                <a:latin typeface="Avenir" charset="0"/>
                <a:ea typeface="Avenir" charset="0"/>
                <a:cs typeface="Avenir" charset="0"/>
                <a:sym typeface="Avenir Roman" charset="0"/>
              </a:rPr>
              <a:t>AXEL</a:t>
            </a:r>
          </a:p>
          <a:p>
            <a:pPr marL="0" marR="0" lvl="0" indent="0" algn="l" defTabSz="457200" rtl="0" eaLnBrk="0" fontAlgn="base" latinLnBrk="0" hangingPunct="0">
              <a:lnSpc>
                <a:spcPct val="125000"/>
              </a:lnSpc>
              <a:spcBef>
                <a:spcPct val="0"/>
              </a:spcBef>
              <a:spcAft>
                <a:spcPct val="0"/>
              </a:spcAft>
              <a:buClrTx/>
              <a:buSzTx/>
              <a:buFont typeface="Arial" panose="020B0604020202020204" pitchFamily="34" charset="0"/>
              <a:buNone/>
              <a:tabLst/>
              <a:defRPr/>
            </a:pPr>
            <a:r>
              <a:rPr lang="en-US" sz="2400" kern="1200" dirty="0">
                <a:solidFill>
                  <a:srgbClr val="000000"/>
                </a:solidFill>
                <a:effectLst/>
                <a:latin typeface="Avenir" charset="0"/>
                <a:ea typeface="Avenir" charset="0"/>
                <a:cs typeface="Avenir" charset="0"/>
                <a:sym typeface="Avenir Roman" charset="0"/>
              </a:rPr>
              <a:t>[P2] "</a:t>
            </a:r>
            <a:r>
              <a:rPr lang="en-US" sz="2400" kern="1200" dirty="0" err="1">
                <a:solidFill>
                  <a:srgbClr val="000000"/>
                </a:solidFill>
                <a:effectLst/>
                <a:latin typeface="Avenir" charset="0"/>
                <a:ea typeface="Avenir" charset="0"/>
                <a:cs typeface="Avenir" charset="0"/>
                <a:sym typeface="Avenir Roman" charset="0"/>
              </a:rPr>
              <a:t>Seguiremos</a:t>
            </a:r>
            <a:r>
              <a:rPr lang="en-US" sz="2400" kern="1200" dirty="0">
                <a:solidFill>
                  <a:srgbClr val="000000"/>
                </a:solidFill>
                <a:effectLst/>
                <a:latin typeface="Avenir" charset="0"/>
                <a:ea typeface="Avenir" charset="0"/>
                <a:cs typeface="Avenir" charset="0"/>
                <a:sym typeface="Avenir Roman" charset="0"/>
              </a:rPr>
              <a:t> la </a:t>
            </a:r>
            <a:r>
              <a:rPr lang="en-US" sz="2400" kern="1200" dirty="0" err="1">
                <a:solidFill>
                  <a:srgbClr val="000000"/>
                </a:solidFill>
                <a:effectLst/>
                <a:latin typeface="Avenir" charset="0"/>
                <a:ea typeface="Avenir" charset="0"/>
                <a:cs typeface="Avenir" charset="0"/>
                <a:sym typeface="Avenir Roman" charset="0"/>
              </a:rPr>
              <a:t>estructura</a:t>
            </a:r>
            <a:r>
              <a:rPr lang="en-US" sz="2400" kern="1200" dirty="0">
                <a:solidFill>
                  <a:srgbClr val="000000"/>
                </a:solidFill>
                <a:effectLst/>
                <a:latin typeface="Avenir" charset="0"/>
                <a:ea typeface="Avenir" charset="0"/>
                <a:cs typeface="Avenir" charset="0"/>
                <a:sym typeface="Avenir Roman" charset="0"/>
              </a:rPr>
              <a:t> </a:t>
            </a:r>
            <a:r>
              <a:rPr lang="en-US" sz="2400" kern="1200" dirty="0" err="1">
                <a:solidFill>
                  <a:srgbClr val="000000"/>
                </a:solidFill>
                <a:effectLst/>
                <a:latin typeface="Avenir" charset="0"/>
                <a:ea typeface="Avenir" charset="0"/>
                <a:cs typeface="Avenir" charset="0"/>
                <a:sym typeface="Avenir Roman" charset="0"/>
              </a:rPr>
              <a:t>oficial</a:t>
            </a:r>
            <a:r>
              <a:rPr lang="en-US" sz="2400" kern="1200" dirty="0">
                <a:solidFill>
                  <a:srgbClr val="000000"/>
                </a:solidFill>
                <a:effectLst/>
                <a:latin typeface="Avenir" charset="0"/>
                <a:ea typeface="Avenir" charset="0"/>
                <a:cs typeface="Avenir" charset="0"/>
                <a:sym typeface="Avenir Roman" charset="0"/>
              </a:rPr>
              <a:t> de la </a:t>
            </a:r>
            <a:r>
              <a:rPr lang="en-US" sz="2400" kern="1200" dirty="0" err="1">
                <a:solidFill>
                  <a:srgbClr val="000000"/>
                </a:solidFill>
                <a:effectLst/>
                <a:latin typeface="Avenir" charset="0"/>
                <a:ea typeface="Avenir" charset="0"/>
                <a:cs typeface="Avenir" charset="0"/>
                <a:sym typeface="Avenir Roman" charset="0"/>
              </a:rPr>
              <a:t>plantilla</a:t>
            </a:r>
            <a:r>
              <a:rPr lang="en-US" sz="2400" kern="1200" dirty="0">
                <a:solidFill>
                  <a:srgbClr val="000000"/>
                </a:solidFill>
                <a:effectLst/>
                <a:latin typeface="Avenir" charset="0"/>
                <a:ea typeface="Avenir" charset="0"/>
                <a:cs typeface="Avenir" charset="0"/>
                <a:sym typeface="Avenir Roman" charset="0"/>
              </a:rPr>
              <a:t>. </a:t>
            </a:r>
            <a:r>
              <a:rPr lang="en-US" sz="2400" kern="1200" dirty="0" err="1">
                <a:solidFill>
                  <a:srgbClr val="000000"/>
                </a:solidFill>
                <a:effectLst/>
                <a:latin typeface="Avenir" charset="0"/>
                <a:ea typeface="Avenir" charset="0"/>
                <a:cs typeface="Avenir" charset="0"/>
                <a:sym typeface="Avenir Roman" charset="0"/>
              </a:rPr>
              <a:t>Comenzamos</a:t>
            </a:r>
            <a:r>
              <a:rPr lang="en-US" sz="2400" kern="1200" dirty="0">
                <a:solidFill>
                  <a:srgbClr val="000000"/>
                </a:solidFill>
                <a:effectLst/>
                <a:latin typeface="Avenir" charset="0"/>
                <a:ea typeface="Avenir" charset="0"/>
                <a:cs typeface="Avenir" charset="0"/>
                <a:sym typeface="Avenir Roman" charset="0"/>
              </a:rPr>
              <a:t> con </a:t>
            </a:r>
            <a:r>
              <a:rPr lang="en-US" sz="2400" kern="1200" dirty="0" err="1">
                <a:solidFill>
                  <a:srgbClr val="000000"/>
                </a:solidFill>
                <a:effectLst/>
                <a:latin typeface="Avenir" charset="0"/>
                <a:ea typeface="Avenir" charset="0"/>
                <a:cs typeface="Avenir" charset="0"/>
                <a:sym typeface="Avenir Roman" charset="0"/>
              </a:rPr>
              <a:t>el</a:t>
            </a:r>
            <a:r>
              <a:rPr lang="en-US" sz="2400" kern="1200" dirty="0">
                <a:solidFill>
                  <a:srgbClr val="000000"/>
                </a:solidFill>
                <a:effectLst/>
                <a:latin typeface="Avenir" charset="0"/>
                <a:ea typeface="Avenir" charset="0"/>
                <a:cs typeface="Avenir" charset="0"/>
                <a:sym typeface="Avenir Roman" charset="0"/>
              </a:rPr>
              <a:t> </a:t>
            </a:r>
            <a:r>
              <a:rPr lang="en-US" sz="2400" kern="1200" dirty="0" err="1">
                <a:solidFill>
                  <a:srgbClr val="000000"/>
                </a:solidFill>
                <a:effectLst/>
                <a:latin typeface="Avenir" charset="0"/>
                <a:ea typeface="Avenir" charset="0"/>
                <a:cs typeface="Avenir" charset="0"/>
                <a:sym typeface="Avenir Roman" charset="0"/>
              </a:rPr>
              <a:t>contexto</a:t>
            </a:r>
            <a:r>
              <a:rPr lang="en-US" sz="2400" kern="1200" dirty="0">
                <a:solidFill>
                  <a:srgbClr val="000000"/>
                </a:solidFill>
                <a:effectLst/>
                <a:latin typeface="Avenir" charset="0"/>
                <a:ea typeface="Avenir" charset="0"/>
                <a:cs typeface="Avenir" charset="0"/>
                <a:sym typeface="Avenir Roman" charset="0"/>
              </a:rPr>
              <a:t> y </a:t>
            </a:r>
            <a:r>
              <a:rPr lang="en-US" sz="2400" kern="1200" dirty="0" err="1">
                <a:solidFill>
                  <a:srgbClr val="000000"/>
                </a:solidFill>
                <a:effectLst/>
                <a:latin typeface="Avenir" charset="0"/>
                <a:ea typeface="Avenir" charset="0"/>
                <a:cs typeface="Avenir" charset="0"/>
                <a:sym typeface="Avenir Roman" charset="0"/>
              </a:rPr>
              <a:t>el</a:t>
            </a:r>
            <a:r>
              <a:rPr lang="en-US" sz="2400" kern="1200" dirty="0">
                <a:solidFill>
                  <a:srgbClr val="000000"/>
                </a:solidFill>
                <a:effectLst/>
                <a:latin typeface="Avenir" charset="0"/>
                <a:ea typeface="Avenir" charset="0"/>
                <a:cs typeface="Avenir" charset="0"/>
                <a:sym typeface="Avenir Roman" charset="0"/>
              </a:rPr>
              <a:t> </a:t>
            </a:r>
            <a:r>
              <a:rPr lang="en-US" sz="2400" kern="1200" dirty="0" err="1">
                <a:solidFill>
                  <a:srgbClr val="000000"/>
                </a:solidFill>
                <a:effectLst/>
                <a:latin typeface="Avenir" charset="0"/>
                <a:ea typeface="Avenir" charset="0"/>
                <a:cs typeface="Avenir" charset="0"/>
                <a:sym typeface="Avenir Roman" charset="0"/>
              </a:rPr>
              <a:t>problema</a:t>
            </a:r>
            <a:r>
              <a:rPr lang="en-US" sz="2400" kern="1200" dirty="0">
                <a:solidFill>
                  <a:srgbClr val="000000"/>
                </a:solidFill>
                <a:effectLst/>
                <a:latin typeface="Avenir" charset="0"/>
                <a:ea typeface="Avenir" charset="0"/>
                <a:cs typeface="Avenir" charset="0"/>
                <a:sym typeface="Avenir Roman" charset="0"/>
              </a:rPr>
              <a:t>, luego </a:t>
            </a:r>
            <a:r>
              <a:rPr lang="en-US" sz="2400" kern="1200" dirty="0" err="1">
                <a:solidFill>
                  <a:srgbClr val="000000"/>
                </a:solidFill>
                <a:effectLst/>
                <a:latin typeface="Avenir" charset="0"/>
                <a:ea typeface="Avenir" charset="0"/>
                <a:cs typeface="Avenir" charset="0"/>
                <a:sym typeface="Avenir Roman" charset="0"/>
              </a:rPr>
              <a:t>los</a:t>
            </a:r>
            <a:r>
              <a:rPr lang="en-US" sz="2400" kern="1200" dirty="0">
                <a:solidFill>
                  <a:srgbClr val="000000"/>
                </a:solidFill>
                <a:effectLst/>
                <a:latin typeface="Avenir" charset="0"/>
                <a:ea typeface="Avenir" charset="0"/>
                <a:cs typeface="Avenir" charset="0"/>
                <a:sym typeface="Avenir Roman" charset="0"/>
              </a:rPr>
              <a:t> </a:t>
            </a:r>
            <a:r>
              <a:rPr lang="en-US" sz="2400" kern="1200" dirty="0" err="1">
                <a:solidFill>
                  <a:srgbClr val="000000"/>
                </a:solidFill>
                <a:effectLst/>
                <a:latin typeface="Avenir" charset="0"/>
                <a:ea typeface="Avenir" charset="0"/>
                <a:cs typeface="Avenir" charset="0"/>
                <a:sym typeface="Avenir Roman" charset="0"/>
              </a:rPr>
              <a:t>objetivos</a:t>
            </a:r>
            <a:r>
              <a:rPr lang="en-US" sz="2400" kern="1200" dirty="0">
                <a:solidFill>
                  <a:srgbClr val="000000"/>
                </a:solidFill>
                <a:effectLst/>
                <a:latin typeface="Avenir" charset="0"/>
                <a:ea typeface="Avenir" charset="0"/>
                <a:cs typeface="Avenir" charset="0"/>
                <a:sym typeface="Avenir Roman" charset="0"/>
              </a:rPr>
              <a:t> y </a:t>
            </a:r>
            <a:r>
              <a:rPr lang="en-US" sz="2400" kern="1200" dirty="0" err="1">
                <a:solidFill>
                  <a:srgbClr val="000000"/>
                </a:solidFill>
                <a:effectLst/>
                <a:latin typeface="Avenir" charset="0"/>
                <a:ea typeface="Avenir" charset="0"/>
                <a:cs typeface="Avenir" charset="0"/>
                <a:sym typeface="Avenir Roman" charset="0"/>
              </a:rPr>
              <a:t>metodología</a:t>
            </a:r>
            <a:r>
              <a:rPr lang="en-US" sz="2400" kern="1200" dirty="0">
                <a:solidFill>
                  <a:srgbClr val="000000"/>
                </a:solidFill>
                <a:effectLst/>
                <a:latin typeface="Avenir" charset="0"/>
                <a:ea typeface="Avenir" charset="0"/>
                <a:cs typeface="Avenir" charset="0"/>
                <a:sym typeface="Avenir Roman" charset="0"/>
              </a:rPr>
              <a:t>, </a:t>
            </a:r>
            <a:r>
              <a:rPr lang="en-US" sz="2400" kern="1200" dirty="0" err="1">
                <a:solidFill>
                  <a:srgbClr val="000000"/>
                </a:solidFill>
                <a:effectLst/>
                <a:latin typeface="Avenir" charset="0"/>
                <a:ea typeface="Avenir" charset="0"/>
                <a:cs typeface="Avenir" charset="0"/>
                <a:sym typeface="Avenir Roman" charset="0"/>
              </a:rPr>
              <a:t>después</a:t>
            </a:r>
            <a:r>
              <a:rPr lang="en-US" sz="2400" kern="1200" dirty="0">
                <a:solidFill>
                  <a:srgbClr val="000000"/>
                </a:solidFill>
                <a:effectLst/>
                <a:latin typeface="Avenir" charset="0"/>
                <a:ea typeface="Avenir" charset="0"/>
                <a:cs typeface="Avenir" charset="0"/>
                <a:sym typeface="Avenir Roman" charset="0"/>
              </a:rPr>
              <a:t> la </a:t>
            </a:r>
            <a:r>
              <a:rPr lang="en-US" sz="2400" kern="1200" dirty="0" err="1">
                <a:solidFill>
                  <a:srgbClr val="000000"/>
                </a:solidFill>
                <a:effectLst/>
                <a:latin typeface="Avenir" charset="0"/>
                <a:ea typeface="Avenir" charset="0"/>
                <a:cs typeface="Avenir" charset="0"/>
                <a:sym typeface="Avenir Roman" charset="0"/>
              </a:rPr>
              <a:t>arquitectura</a:t>
            </a:r>
            <a:r>
              <a:rPr lang="en-US" sz="2400" kern="1200" dirty="0">
                <a:solidFill>
                  <a:srgbClr val="000000"/>
                </a:solidFill>
                <a:effectLst/>
                <a:latin typeface="Avenir" charset="0"/>
                <a:ea typeface="Avenir" charset="0"/>
                <a:cs typeface="Avenir" charset="0"/>
                <a:sym typeface="Avenir Roman" charset="0"/>
              </a:rPr>
              <a:t> </a:t>
            </a:r>
            <a:r>
              <a:rPr lang="en-US" sz="2400" kern="1200" dirty="0" err="1">
                <a:solidFill>
                  <a:srgbClr val="000000"/>
                </a:solidFill>
                <a:effectLst/>
                <a:latin typeface="Avenir" charset="0"/>
                <a:ea typeface="Avenir" charset="0"/>
                <a:cs typeface="Avenir" charset="0"/>
                <a:sym typeface="Avenir Roman" charset="0"/>
              </a:rPr>
              <a:t>técnica</a:t>
            </a:r>
            <a:r>
              <a:rPr lang="en-US" sz="2400" kern="1200" dirty="0">
                <a:solidFill>
                  <a:srgbClr val="000000"/>
                </a:solidFill>
                <a:effectLst/>
                <a:latin typeface="Avenir" charset="0"/>
                <a:ea typeface="Avenir" charset="0"/>
                <a:cs typeface="Avenir" charset="0"/>
                <a:sym typeface="Avenir Roman" charset="0"/>
              </a:rPr>
              <a:t> con </a:t>
            </a:r>
            <a:r>
              <a:rPr lang="en-US" sz="2400" kern="1200" dirty="0" err="1">
                <a:solidFill>
                  <a:srgbClr val="000000"/>
                </a:solidFill>
                <a:effectLst/>
                <a:latin typeface="Avenir" charset="0"/>
                <a:ea typeface="Avenir" charset="0"/>
                <a:cs typeface="Avenir" charset="0"/>
                <a:sym typeface="Avenir Roman" charset="0"/>
              </a:rPr>
              <a:t>una</a:t>
            </a:r>
            <a:r>
              <a:rPr lang="en-US" sz="2400" kern="1200" dirty="0">
                <a:solidFill>
                  <a:srgbClr val="000000"/>
                </a:solidFill>
                <a:effectLst/>
                <a:latin typeface="Avenir" charset="0"/>
                <a:ea typeface="Avenir" charset="0"/>
                <a:cs typeface="Avenir" charset="0"/>
                <a:sym typeface="Avenir Roman" charset="0"/>
              </a:rPr>
              <a:t> </a:t>
            </a:r>
            <a:r>
              <a:rPr lang="en-US" sz="2400" kern="1200" dirty="0" err="1">
                <a:solidFill>
                  <a:srgbClr val="000000"/>
                </a:solidFill>
                <a:effectLst/>
                <a:latin typeface="Avenir" charset="0"/>
                <a:ea typeface="Avenir" charset="0"/>
                <a:cs typeface="Avenir" charset="0"/>
                <a:sym typeface="Avenir Roman" charset="0"/>
              </a:rPr>
              <a:t>demostración</a:t>
            </a:r>
            <a:r>
              <a:rPr lang="en-US" sz="2400" kern="1200" dirty="0">
                <a:solidFill>
                  <a:srgbClr val="000000"/>
                </a:solidFill>
                <a:effectLst/>
                <a:latin typeface="Avenir" charset="0"/>
                <a:ea typeface="Avenir" charset="0"/>
                <a:cs typeface="Avenir" charset="0"/>
                <a:sym typeface="Avenir Roman" charset="0"/>
              </a:rPr>
              <a:t> del </a:t>
            </a:r>
            <a:r>
              <a:rPr lang="en-US" sz="2400" kern="1200" dirty="0" err="1">
                <a:solidFill>
                  <a:srgbClr val="000000"/>
                </a:solidFill>
                <a:effectLst/>
                <a:latin typeface="Avenir" charset="0"/>
                <a:ea typeface="Avenir" charset="0"/>
                <a:cs typeface="Avenir" charset="0"/>
                <a:sym typeface="Avenir Roman" charset="0"/>
              </a:rPr>
              <a:t>prototipo</a:t>
            </a:r>
            <a:r>
              <a:rPr lang="en-US" sz="2400" kern="1200" dirty="0">
                <a:solidFill>
                  <a:srgbClr val="000000"/>
                </a:solidFill>
                <a:effectLst/>
                <a:latin typeface="Avenir" charset="0"/>
                <a:ea typeface="Avenir" charset="0"/>
                <a:cs typeface="Avenir" charset="0"/>
                <a:sym typeface="Avenir Roman" charset="0"/>
              </a:rPr>
              <a:t>, la </a:t>
            </a:r>
            <a:r>
              <a:rPr lang="en-US" sz="2400" kern="1200" dirty="0" err="1">
                <a:solidFill>
                  <a:srgbClr val="000000"/>
                </a:solidFill>
                <a:effectLst/>
                <a:latin typeface="Avenir" charset="0"/>
                <a:ea typeface="Avenir" charset="0"/>
                <a:cs typeface="Avenir" charset="0"/>
                <a:sym typeface="Avenir Roman" charset="0"/>
              </a:rPr>
              <a:t>validación</a:t>
            </a:r>
            <a:r>
              <a:rPr lang="en-US" sz="2400" kern="1200" dirty="0">
                <a:solidFill>
                  <a:srgbClr val="000000"/>
                </a:solidFill>
                <a:effectLst/>
                <a:latin typeface="Avenir" charset="0"/>
                <a:ea typeface="Avenir" charset="0"/>
                <a:cs typeface="Avenir" charset="0"/>
                <a:sym typeface="Avenir Roman" charset="0"/>
              </a:rPr>
              <a:t> </a:t>
            </a:r>
            <a:r>
              <a:rPr lang="en-US" sz="2400" kern="1200" dirty="0" err="1">
                <a:solidFill>
                  <a:srgbClr val="000000"/>
                </a:solidFill>
                <a:effectLst/>
                <a:latin typeface="Avenir" charset="0"/>
                <a:ea typeface="Avenir" charset="0"/>
                <a:cs typeface="Avenir" charset="0"/>
                <a:sym typeface="Avenir Roman" charset="0"/>
              </a:rPr>
              <a:t>científica</a:t>
            </a:r>
            <a:r>
              <a:rPr lang="en-US" sz="2400" kern="1200" dirty="0">
                <a:solidFill>
                  <a:srgbClr val="000000"/>
                </a:solidFill>
                <a:effectLst/>
                <a:latin typeface="Avenir" charset="0"/>
                <a:ea typeface="Avenir" charset="0"/>
                <a:cs typeface="Avenir" charset="0"/>
                <a:sym typeface="Avenir Roman" charset="0"/>
              </a:rPr>
              <a:t> con </a:t>
            </a:r>
            <a:r>
              <a:rPr lang="en-US" sz="2400" kern="1200" dirty="0" err="1">
                <a:solidFill>
                  <a:srgbClr val="000000"/>
                </a:solidFill>
                <a:effectLst/>
                <a:latin typeface="Avenir" charset="0"/>
                <a:ea typeface="Avenir" charset="0"/>
                <a:cs typeface="Avenir" charset="0"/>
                <a:sym typeface="Avenir Roman" charset="0"/>
              </a:rPr>
              <a:t>nuestros</a:t>
            </a:r>
            <a:r>
              <a:rPr lang="en-US" sz="2400" kern="1200" dirty="0">
                <a:solidFill>
                  <a:srgbClr val="000000"/>
                </a:solidFill>
                <a:effectLst/>
                <a:latin typeface="Avenir" charset="0"/>
                <a:ea typeface="Avenir" charset="0"/>
                <a:cs typeface="Avenir" charset="0"/>
                <a:sym typeface="Avenir Roman" charset="0"/>
              </a:rPr>
              <a:t> KPIs, y </a:t>
            </a:r>
            <a:r>
              <a:rPr lang="en-US" sz="2400" kern="1200" dirty="0" err="1">
                <a:solidFill>
                  <a:srgbClr val="000000"/>
                </a:solidFill>
                <a:effectLst/>
                <a:latin typeface="Avenir" charset="0"/>
                <a:ea typeface="Avenir" charset="0"/>
                <a:cs typeface="Avenir" charset="0"/>
                <a:sym typeface="Avenir Roman" charset="0"/>
              </a:rPr>
              <a:t>cerramos</a:t>
            </a:r>
            <a:r>
              <a:rPr lang="en-US" sz="2400" kern="1200" dirty="0">
                <a:solidFill>
                  <a:srgbClr val="000000"/>
                </a:solidFill>
                <a:effectLst/>
                <a:latin typeface="Avenir" charset="0"/>
                <a:ea typeface="Avenir" charset="0"/>
                <a:cs typeface="Avenir" charset="0"/>
                <a:sym typeface="Avenir Roman" charset="0"/>
              </a:rPr>
              <a:t> con las </a:t>
            </a:r>
            <a:r>
              <a:rPr lang="en-US" sz="2400" kern="1200" dirty="0" err="1">
                <a:solidFill>
                  <a:srgbClr val="000000"/>
                </a:solidFill>
                <a:effectLst/>
                <a:latin typeface="Avenir" charset="0"/>
                <a:ea typeface="Avenir" charset="0"/>
                <a:cs typeface="Avenir" charset="0"/>
                <a:sym typeface="Avenir Roman" charset="0"/>
              </a:rPr>
              <a:t>conclusiones</a:t>
            </a:r>
            <a:r>
              <a:rPr lang="en-US" sz="2400" kern="1200" dirty="0">
                <a:solidFill>
                  <a:srgbClr val="000000"/>
                </a:solidFill>
                <a:effectLst/>
                <a:latin typeface="Avenir" charset="0"/>
                <a:ea typeface="Avenir" charset="0"/>
                <a:cs typeface="Avenir" charset="0"/>
                <a:sym typeface="Avenir Roman" charset="0"/>
              </a:rPr>
              <a:t> y </a:t>
            </a:r>
            <a:r>
              <a:rPr lang="en-US" sz="2400" kern="1200" dirty="0" err="1">
                <a:solidFill>
                  <a:srgbClr val="000000"/>
                </a:solidFill>
                <a:effectLst/>
                <a:latin typeface="Avenir" charset="0"/>
                <a:ea typeface="Avenir" charset="0"/>
                <a:cs typeface="Avenir" charset="0"/>
                <a:sym typeface="Avenir Roman" charset="0"/>
              </a:rPr>
              <a:t>trabajo</a:t>
            </a:r>
            <a:r>
              <a:rPr lang="en-US" sz="2400" kern="1200" dirty="0">
                <a:solidFill>
                  <a:srgbClr val="000000"/>
                </a:solidFill>
                <a:effectLst/>
                <a:latin typeface="Avenir" charset="0"/>
                <a:ea typeface="Avenir" charset="0"/>
                <a:cs typeface="Avenir" charset="0"/>
                <a:sym typeface="Avenir Roman" charset="0"/>
              </a:rPr>
              <a:t> </a:t>
            </a:r>
            <a:r>
              <a:rPr lang="en-US" sz="2400" kern="1200" dirty="0" err="1">
                <a:solidFill>
                  <a:srgbClr val="000000"/>
                </a:solidFill>
                <a:effectLst/>
                <a:latin typeface="Avenir" charset="0"/>
                <a:ea typeface="Avenir" charset="0"/>
                <a:cs typeface="Avenir" charset="0"/>
                <a:sym typeface="Avenir Roman" charset="0"/>
              </a:rPr>
              <a:t>futuro</a:t>
            </a:r>
            <a:r>
              <a:rPr lang="en-US" sz="2400" kern="1200" dirty="0">
                <a:solidFill>
                  <a:srgbClr val="000000"/>
                </a:solidFill>
                <a:effectLst/>
                <a:latin typeface="Avenir" charset="0"/>
                <a:ea typeface="Avenir" charset="0"/>
                <a:cs typeface="Avenir" charset="0"/>
                <a:sym typeface="Avenir Roman" charset="0"/>
              </a:rPr>
              <a:t>."</a:t>
            </a:r>
            <a:br>
              <a:rPr lang="en-US" sz="2400" kern="1200" dirty="0">
                <a:solidFill>
                  <a:srgbClr val="000000"/>
                </a:solidFill>
                <a:effectLst/>
                <a:latin typeface="Avenir" charset="0"/>
                <a:ea typeface="Avenir" charset="0"/>
                <a:cs typeface="Avenir" charset="0"/>
                <a:sym typeface="Avenir Roman" charset="0"/>
              </a:rPr>
            </a:br>
            <a:br>
              <a:rPr lang="en-US" sz="2400" kern="1200" dirty="0">
                <a:solidFill>
                  <a:srgbClr val="000000"/>
                </a:solidFill>
                <a:effectLst/>
                <a:latin typeface="Avenir" charset="0"/>
                <a:ea typeface="Avenir" charset="0"/>
                <a:cs typeface="Avenir" charset="0"/>
                <a:sym typeface="Avenir Roman" charset="0"/>
              </a:rPr>
            </a:br>
            <a:r>
              <a:rPr lang="en-US" sz="2400" kern="1200" dirty="0">
                <a:solidFill>
                  <a:srgbClr val="000000"/>
                </a:solidFill>
                <a:effectLst/>
                <a:latin typeface="Avenir" charset="0"/>
                <a:ea typeface="Avenir" charset="0"/>
                <a:cs typeface="Avenir" charset="0"/>
                <a:sym typeface="Avenir Roman" charset="0"/>
              </a:rPr>
              <a:t>⏱ ~20 seg.</a:t>
            </a:r>
            <a:endParaRPr lang="en-US" dirty="0">
              <a:effectLst/>
            </a:endParaRPr>
          </a:p>
          <a:p>
            <a:pPr marL="0" indent="0">
              <a:buFont typeface="Arial" panose="020B0604020202020204" pitchFamily="34" charset="0"/>
              <a:buNone/>
            </a:pPr>
            <a:endParaRPr lang="en-US" dirty="0"/>
          </a:p>
        </p:txBody>
      </p:sp>
    </p:spTree>
    <p:extLst>
      <p:ext uri="{BB962C8B-B14F-4D97-AF65-F5344CB8AC3E}">
        <p14:creationId xmlns:p14="http://schemas.microsoft.com/office/powerpoint/2010/main" val="3396790474"/>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457200" rtl="0" eaLnBrk="0" fontAlgn="base" latinLnBrk="0" hangingPunct="0">
              <a:lnSpc>
                <a:spcPct val="125000"/>
              </a:lnSpc>
              <a:spcBef>
                <a:spcPct val="0"/>
              </a:spcBef>
              <a:spcAft>
                <a:spcPct val="0"/>
              </a:spcAft>
              <a:buClrTx/>
              <a:buSzTx/>
              <a:buFontTx/>
              <a:buNone/>
              <a:tabLst/>
              <a:defRPr/>
            </a:pPr>
            <a:r>
              <a:rPr lang="en-US" dirty="0"/>
              <a:t>AXEL</a:t>
            </a:r>
          </a:p>
          <a:p>
            <a:pPr marL="0" marR="0" lvl="0" indent="0" algn="l" defTabSz="457200" rtl="0" eaLnBrk="0" fontAlgn="base" latinLnBrk="0" hangingPunct="0">
              <a:lnSpc>
                <a:spcPct val="125000"/>
              </a:lnSpc>
              <a:spcBef>
                <a:spcPct val="0"/>
              </a:spcBef>
              <a:spcAft>
                <a:spcPct val="0"/>
              </a:spcAft>
              <a:buClrTx/>
              <a:buSzTx/>
              <a:buFontTx/>
              <a:buNone/>
              <a:tabLst/>
              <a:defRPr/>
            </a:pPr>
            <a:r>
              <a:rPr lang="en-US" dirty="0"/>
              <a:t>[P3] "El sector </a:t>
            </a:r>
            <a:r>
              <a:rPr lang="en-US" dirty="0" err="1"/>
              <a:t>ganadero</a:t>
            </a:r>
            <a:r>
              <a:rPr lang="en-US" dirty="0"/>
              <a:t> </a:t>
            </a:r>
            <a:r>
              <a:rPr lang="en-US" dirty="0" err="1"/>
              <a:t>en</a:t>
            </a:r>
            <a:r>
              <a:rPr lang="en-US" dirty="0"/>
              <a:t> México </a:t>
            </a:r>
            <a:r>
              <a:rPr lang="en-US" dirty="0" err="1"/>
              <a:t>vive</a:t>
            </a:r>
            <a:r>
              <a:rPr lang="en-US" dirty="0"/>
              <a:t> </a:t>
            </a:r>
            <a:r>
              <a:rPr lang="en-US" dirty="0" err="1"/>
              <a:t>una</a:t>
            </a:r>
            <a:r>
              <a:rPr lang="en-US" dirty="0"/>
              <a:t> crisis </a:t>
            </a:r>
            <a:r>
              <a:rPr lang="en-US" dirty="0" err="1"/>
              <a:t>silenciosa</a:t>
            </a:r>
            <a:r>
              <a:rPr lang="en-US" dirty="0"/>
              <a:t>: </a:t>
            </a:r>
            <a:r>
              <a:rPr lang="en-US" dirty="0" err="1"/>
              <a:t>el</a:t>
            </a:r>
            <a:r>
              <a:rPr lang="en-US" dirty="0"/>
              <a:t> productor </a:t>
            </a:r>
            <a:r>
              <a:rPr lang="en-US" dirty="0" err="1"/>
              <a:t>mediano</a:t>
            </a:r>
            <a:r>
              <a:rPr lang="en-US" dirty="0"/>
              <a:t> </a:t>
            </a:r>
            <a:r>
              <a:rPr lang="en-US" dirty="0" err="1"/>
              <a:t>alimenta</a:t>
            </a:r>
            <a:r>
              <a:rPr lang="en-US" dirty="0"/>
              <a:t> a </a:t>
            </a:r>
            <a:r>
              <a:rPr lang="en-US" dirty="0" err="1"/>
              <a:t>su</a:t>
            </a:r>
            <a:r>
              <a:rPr lang="en-US" dirty="0"/>
              <a:t> </a:t>
            </a:r>
            <a:r>
              <a:rPr lang="en-US" dirty="0" err="1"/>
              <a:t>ganado</a:t>
            </a:r>
            <a:r>
              <a:rPr lang="en-US" dirty="0"/>
              <a:t> de forma </a:t>
            </a:r>
            <a:r>
              <a:rPr lang="en-US" dirty="0" err="1"/>
              <a:t>empírica</a:t>
            </a:r>
            <a:r>
              <a:rPr lang="en-US" dirty="0"/>
              <a:t>, </a:t>
            </a:r>
            <a:r>
              <a:rPr lang="en-US" dirty="0" err="1"/>
              <a:t>reacciona</a:t>
            </a:r>
            <a:r>
              <a:rPr lang="en-US" dirty="0"/>
              <a:t> </a:t>
            </a:r>
            <a:r>
              <a:rPr lang="en-US" dirty="0" err="1"/>
              <a:t>tarde</a:t>
            </a:r>
            <a:r>
              <a:rPr lang="en-US" dirty="0"/>
              <a:t> a la </a:t>
            </a:r>
            <a:r>
              <a:rPr lang="en-US" dirty="0" err="1"/>
              <a:t>inflación</a:t>
            </a:r>
            <a:r>
              <a:rPr lang="en-US" dirty="0"/>
              <a:t> del </a:t>
            </a:r>
            <a:r>
              <a:rPr lang="en-US" dirty="0" err="1"/>
              <a:t>maíz</a:t>
            </a:r>
            <a:r>
              <a:rPr lang="en-US" dirty="0"/>
              <a:t> y </a:t>
            </a:r>
            <a:r>
              <a:rPr lang="en-US" dirty="0" err="1"/>
              <a:t>pierde</a:t>
            </a:r>
            <a:r>
              <a:rPr lang="en-US" dirty="0"/>
              <a:t> dinero sin </a:t>
            </a:r>
            <a:r>
              <a:rPr lang="en-US" dirty="0" err="1"/>
              <a:t>saberlo</a:t>
            </a:r>
            <a:r>
              <a:rPr lang="en-US" dirty="0"/>
              <a:t>. </a:t>
            </a:r>
            <a:r>
              <a:rPr lang="en-US" dirty="0" err="1"/>
              <a:t>Pueden</a:t>
            </a:r>
            <a:r>
              <a:rPr lang="en-US" dirty="0"/>
              <a:t> </a:t>
            </a:r>
            <a:r>
              <a:rPr lang="en-US" dirty="0" err="1"/>
              <a:t>ver</a:t>
            </a:r>
            <a:r>
              <a:rPr lang="en-US" dirty="0"/>
              <a:t> </a:t>
            </a:r>
            <a:r>
              <a:rPr lang="en-US" dirty="0" err="1"/>
              <a:t>en</a:t>
            </a:r>
            <a:r>
              <a:rPr lang="en-US" dirty="0"/>
              <a:t> la </a:t>
            </a:r>
            <a:r>
              <a:rPr lang="en-US" dirty="0" err="1"/>
              <a:t>tabla</a:t>
            </a:r>
            <a:r>
              <a:rPr lang="en-US" dirty="0"/>
              <a:t> de la </a:t>
            </a:r>
            <a:r>
              <a:rPr lang="en-US" dirty="0" err="1"/>
              <a:t>derecha</a:t>
            </a:r>
            <a:r>
              <a:rPr lang="en-US" dirty="0"/>
              <a:t> </a:t>
            </a:r>
            <a:r>
              <a:rPr lang="en-US" dirty="0" err="1"/>
              <a:t>cómo</a:t>
            </a:r>
            <a:r>
              <a:rPr lang="en-US" dirty="0"/>
              <a:t> </a:t>
            </a:r>
            <a:r>
              <a:rPr lang="en-US" dirty="0" err="1"/>
              <a:t>ninguna</a:t>
            </a:r>
            <a:r>
              <a:rPr lang="en-US" dirty="0"/>
              <a:t> </a:t>
            </a:r>
            <a:r>
              <a:rPr lang="en-US" dirty="0" err="1"/>
              <a:t>herramienta</a:t>
            </a:r>
            <a:r>
              <a:rPr lang="en-US" dirty="0"/>
              <a:t> </a:t>
            </a:r>
            <a:r>
              <a:rPr lang="en-US" dirty="0" err="1"/>
              <a:t>existente</a:t>
            </a:r>
            <a:r>
              <a:rPr lang="en-US" dirty="0"/>
              <a:t> </a:t>
            </a:r>
            <a:r>
              <a:rPr lang="en-US" dirty="0" err="1"/>
              <a:t>resuelve</a:t>
            </a:r>
            <a:r>
              <a:rPr lang="en-US" dirty="0"/>
              <a:t> </a:t>
            </a:r>
            <a:r>
              <a:rPr lang="en-US" dirty="0" err="1"/>
              <a:t>los</a:t>
            </a:r>
            <a:r>
              <a:rPr lang="en-US" dirty="0"/>
              <a:t> </a:t>
            </a:r>
            <a:r>
              <a:rPr lang="en-US" dirty="0" err="1"/>
              <a:t>tres</a:t>
            </a:r>
            <a:r>
              <a:rPr lang="en-US" dirty="0"/>
              <a:t> </a:t>
            </a:r>
            <a:r>
              <a:rPr lang="en-US" dirty="0" err="1"/>
              <a:t>problemas</a:t>
            </a:r>
            <a:r>
              <a:rPr lang="en-US" dirty="0"/>
              <a:t> a la </a:t>
            </a:r>
            <a:r>
              <a:rPr lang="en-US" dirty="0" err="1"/>
              <a:t>vez</a:t>
            </a:r>
            <a:r>
              <a:rPr lang="en-US" dirty="0"/>
              <a:t>."
[P1] "</a:t>
            </a:r>
            <a:r>
              <a:rPr lang="en-US" dirty="0" err="1"/>
              <a:t>Ganadero</a:t>
            </a:r>
            <a:r>
              <a:rPr lang="en-US" dirty="0"/>
              <a:t> SG es </a:t>
            </a:r>
            <a:r>
              <a:rPr lang="en-US" dirty="0" err="1"/>
              <a:t>accesible</a:t>
            </a:r>
            <a:r>
              <a:rPr lang="en-US" dirty="0"/>
              <a:t> </a:t>
            </a:r>
            <a:r>
              <a:rPr lang="en-US" dirty="0" err="1"/>
              <a:t>pero</a:t>
            </a:r>
            <a:r>
              <a:rPr lang="en-US" dirty="0"/>
              <a:t> no </a:t>
            </a:r>
            <a:r>
              <a:rPr lang="en-US" dirty="0" err="1"/>
              <a:t>optimiza</a:t>
            </a:r>
            <a:r>
              <a:rPr lang="en-US" dirty="0"/>
              <a:t> nada. NDS </a:t>
            </a:r>
            <a:r>
              <a:rPr lang="en-US" dirty="0" err="1"/>
              <a:t>optimiza</a:t>
            </a:r>
            <a:r>
              <a:rPr lang="en-US" dirty="0"/>
              <a:t>, </a:t>
            </a:r>
            <a:r>
              <a:rPr lang="en-US" dirty="0" err="1"/>
              <a:t>pero</a:t>
            </a:r>
            <a:r>
              <a:rPr lang="en-US" dirty="0"/>
              <a:t> es </a:t>
            </a:r>
            <a:r>
              <a:rPr lang="en-US" dirty="0" err="1"/>
              <a:t>inaccesible</a:t>
            </a:r>
            <a:r>
              <a:rPr lang="en-US" dirty="0"/>
              <a:t> </a:t>
            </a:r>
            <a:r>
              <a:rPr lang="en-US" dirty="0" err="1"/>
              <a:t>técnica</a:t>
            </a:r>
            <a:r>
              <a:rPr lang="en-US" dirty="0"/>
              <a:t> y </a:t>
            </a:r>
            <a:r>
              <a:rPr lang="en-US" dirty="0" err="1"/>
              <a:t>económicamente</a:t>
            </a:r>
            <a:r>
              <a:rPr lang="en-US" dirty="0"/>
              <a:t>. Caporal AI es la </a:t>
            </a:r>
            <a:r>
              <a:rPr lang="en-US" dirty="0" err="1"/>
              <a:t>única</a:t>
            </a:r>
            <a:r>
              <a:rPr lang="en-US" dirty="0"/>
              <a:t> </a:t>
            </a:r>
            <a:r>
              <a:rPr lang="en-US" dirty="0" err="1"/>
              <a:t>opción</a:t>
            </a:r>
            <a:r>
              <a:rPr lang="en-US" dirty="0"/>
              <a:t> </a:t>
            </a:r>
            <a:r>
              <a:rPr lang="en-US" dirty="0" err="1"/>
              <a:t>que</a:t>
            </a:r>
            <a:r>
              <a:rPr lang="en-US" dirty="0"/>
              <a:t> </a:t>
            </a:r>
            <a:r>
              <a:rPr lang="en-US" dirty="0" err="1"/>
              <a:t>cumple</a:t>
            </a:r>
            <a:r>
              <a:rPr lang="en-US" dirty="0"/>
              <a:t> </a:t>
            </a:r>
            <a:r>
              <a:rPr lang="en-US" dirty="0" err="1"/>
              <a:t>los</a:t>
            </a:r>
            <a:r>
              <a:rPr lang="en-US" dirty="0"/>
              <a:t> </a:t>
            </a:r>
            <a:r>
              <a:rPr lang="en-US" dirty="0" err="1"/>
              <a:t>tres</a:t>
            </a:r>
            <a:r>
              <a:rPr lang="en-US" dirty="0"/>
              <a:t>: </a:t>
            </a:r>
            <a:r>
              <a:rPr lang="en-US" dirty="0" err="1"/>
              <a:t>optimiza</a:t>
            </a:r>
            <a:r>
              <a:rPr lang="en-US" dirty="0"/>
              <a:t> </a:t>
            </a:r>
            <a:r>
              <a:rPr lang="en-US" dirty="0" err="1"/>
              <a:t>costos</a:t>
            </a:r>
            <a:r>
              <a:rPr lang="en-US" dirty="0"/>
              <a:t>, </a:t>
            </a:r>
            <a:r>
              <a:rPr lang="en-US" dirty="0" err="1"/>
              <a:t>habla</a:t>
            </a:r>
            <a:r>
              <a:rPr lang="en-US" dirty="0"/>
              <a:t> </a:t>
            </a:r>
            <a:r>
              <a:rPr lang="en-US" dirty="0" err="1"/>
              <a:t>lenguaje</a:t>
            </a:r>
            <a:r>
              <a:rPr lang="en-US" dirty="0"/>
              <a:t> natural con </a:t>
            </a:r>
            <a:r>
              <a:rPr lang="en-US" dirty="0" err="1"/>
              <a:t>el</a:t>
            </a:r>
            <a:r>
              <a:rPr lang="en-US" dirty="0"/>
              <a:t> </a:t>
            </a:r>
            <a:r>
              <a:rPr lang="en-US" dirty="0" err="1"/>
              <a:t>ganadero</a:t>
            </a:r>
            <a:r>
              <a:rPr lang="en-US" dirty="0"/>
              <a:t>, y </a:t>
            </a:r>
            <a:r>
              <a:rPr lang="en-US" dirty="0" err="1"/>
              <a:t>garantiza</a:t>
            </a:r>
            <a:r>
              <a:rPr lang="en-US" dirty="0"/>
              <a:t> </a:t>
            </a:r>
            <a:r>
              <a:rPr lang="en-US" dirty="0" err="1"/>
              <a:t>el</a:t>
            </a:r>
            <a:r>
              <a:rPr lang="en-US" dirty="0"/>
              <a:t> </a:t>
            </a:r>
            <a:r>
              <a:rPr lang="en-US" dirty="0" err="1"/>
              <a:t>estándar</a:t>
            </a:r>
            <a:r>
              <a:rPr lang="en-US" dirty="0"/>
              <a:t> </a:t>
            </a:r>
            <a:r>
              <a:rPr lang="en-US" dirty="0" err="1"/>
              <a:t>biológico</a:t>
            </a:r>
            <a:r>
              <a:rPr lang="en-US" dirty="0"/>
              <a:t> NRC."
[P2] "En </a:t>
            </a:r>
            <a:r>
              <a:rPr lang="en-US" dirty="0" err="1"/>
              <a:t>pocas</a:t>
            </a:r>
            <a:r>
              <a:rPr lang="en-US" dirty="0"/>
              <a:t> palabras: es un </a:t>
            </a:r>
            <a:r>
              <a:rPr lang="en-US" dirty="0" err="1"/>
              <a:t>agente</a:t>
            </a:r>
            <a:r>
              <a:rPr lang="en-US" dirty="0"/>
              <a:t> </a:t>
            </a:r>
            <a:r>
              <a:rPr lang="en-US" dirty="0" err="1"/>
              <a:t>prescriptivo</a:t>
            </a:r>
            <a:r>
              <a:rPr lang="en-US" dirty="0"/>
              <a:t> </a:t>
            </a:r>
            <a:r>
              <a:rPr lang="en-US" dirty="0" err="1"/>
              <a:t>que</a:t>
            </a:r>
            <a:r>
              <a:rPr lang="en-US" dirty="0"/>
              <a:t> le dice al </a:t>
            </a:r>
            <a:r>
              <a:rPr lang="en-US" dirty="0" err="1"/>
              <a:t>ganadero</a:t>
            </a:r>
            <a:r>
              <a:rPr lang="en-US" dirty="0"/>
              <a:t> </a:t>
            </a:r>
            <a:r>
              <a:rPr lang="en-US" dirty="0" err="1"/>
              <a:t>qué</a:t>
            </a:r>
            <a:r>
              <a:rPr lang="en-US" dirty="0"/>
              <a:t> </a:t>
            </a:r>
            <a:r>
              <a:rPr lang="en-US" dirty="0" err="1"/>
              <a:t>comprar</a:t>
            </a:r>
            <a:r>
              <a:rPr lang="en-US" dirty="0"/>
              <a:t> hoy para </a:t>
            </a:r>
            <a:r>
              <a:rPr lang="en-US" dirty="0" err="1"/>
              <a:t>ahorrar</a:t>
            </a:r>
            <a:r>
              <a:rPr lang="en-US" dirty="0"/>
              <a:t> dinero, </a:t>
            </a:r>
            <a:r>
              <a:rPr lang="en-US" dirty="0" err="1"/>
              <a:t>comunicándose</a:t>
            </a:r>
            <a:r>
              <a:rPr lang="en-US" dirty="0"/>
              <a:t> </a:t>
            </a:r>
            <a:r>
              <a:rPr lang="en-US" dirty="0" err="1"/>
              <a:t>en</a:t>
            </a:r>
            <a:r>
              <a:rPr lang="en-US" dirty="0"/>
              <a:t> </a:t>
            </a:r>
            <a:r>
              <a:rPr lang="en-US" dirty="0" err="1"/>
              <a:t>español</a:t>
            </a:r>
            <a:r>
              <a:rPr lang="en-US" dirty="0"/>
              <a:t> natural."
⏱ ~1:30 min.</a:t>
            </a:r>
          </a:p>
          <a:p>
            <a:endParaRPr lang="en-US" b="1" dirty="0"/>
          </a:p>
        </p:txBody>
      </p:sp>
    </p:spTree>
    <p:extLst>
      <p:ext uri="{BB962C8B-B14F-4D97-AF65-F5344CB8AC3E}">
        <p14:creationId xmlns:p14="http://schemas.microsoft.com/office/powerpoint/2010/main" val="4016366030"/>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457200" rtl="0" eaLnBrk="0" fontAlgn="base" latinLnBrk="0" hangingPunct="0">
              <a:lnSpc>
                <a:spcPct val="125000"/>
              </a:lnSpc>
              <a:spcBef>
                <a:spcPct val="0"/>
              </a:spcBef>
              <a:spcAft>
                <a:spcPct val="0"/>
              </a:spcAft>
              <a:buClrTx/>
              <a:buSzTx/>
              <a:buFont typeface="Arial" panose="020B0604020202020204" pitchFamily="34" charset="0"/>
              <a:buNone/>
              <a:tabLst/>
              <a:defRPr/>
            </a:pPr>
            <a:r>
              <a:rPr lang="en-US" sz="2400" kern="1200" dirty="0">
                <a:solidFill>
                  <a:srgbClr val="000000"/>
                </a:solidFill>
                <a:effectLst/>
                <a:latin typeface="Avenir" charset="0"/>
                <a:ea typeface="Avenir" charset="0"/>
                <a:cs typeface="Avenir" charset="0"/>
                <a:sym typeface="Avenir Roman" charset="0"/>
              </a:rPr>
              <a:t>LEO</a:t>
            </a:r>
          </a:p>
          <a:p>
            <a:pPr marL="0" marR="0" lvl="0" indent="0" algn="l" defTabSz="457200" rtl="0" eaLnBrk="0" fontAlgn="base" latinLnBrk="0" hangingPunct="0">
              <a:lnSpc>
                <a:spcPct val="125000"/>
              </a:lnSpc>
              <a:spcBef>
                <a:spcPct val="0"/>
              </a:spcBef>
              <a:spcAft>
                <a:spcPct val="0"/>
              </a:spcAft>
              <a:buClrTx/>
              <a:buSzTx/>
              <a:buFont typeface="Arial" panose="020B0604020202020204" pitchFamily="34" charset="0"/>
              <a:buNone/>
              <a:tabLst/>
              <a:defRPr/>
            </a:pPr>
            <a:r>
              <a:rPr lang="en-US" sz="2400" kern="1200" dirty="0">
                <a:solidFill>
                  <a:srgbClr val="000000"/>
                </a:solidFill>
                <a:effectLst/>
                <a:latin typeface="Avenir" charset="0"/>
                <a:ea typeface="Avenir" charset="0"/>
                <a:cs typeface="Avenir" charset="0"/>
                <a:sym typeface="Avenir Roman" charset="0"/>
              </a:rPr>
              <a:t>[P1] "Nuestro </a:t>
            </a:r>
            <a:r>
              <a:rPr lang="en-US" sz="2400" kern="1200" dirty="0" err="1">
                <a:solidFill>
                  <a:srgbClr val="000000"/>
                </a:solidFill>
                <a:effectLst/>
                <a:latin typeface="Avenir" charset="0"/>
                <a:ea typeface="Avenir" charset="0"/>
                <a:cs typeface="Avenir" charset="0"/>
                <a:sym typeface="Avenir Roman" charset="0"/>
              </a:rPr>
              <a:t>objetivo</a:t>
            </a:r>
            <a:r>
              <a:rPr lang="en-US" sz="2400" kern="1200" dirty="0">
                <a:solidFill>
                  <a:srgbClr val="000000"/>
                </a:solidFill>
                <a:effectLst/>
                <a:latin typeface="Avenir" charset="0"/>
                <a:ea typeface="Avenir" charset="0"/>
                <a:cs typeface="Avenir" charset="0"/>
                <a:sym typeface="Avenir Roman" charset="0"/>
              </a:rPr>
              <a:t> principal es claro y </a:t>
            </a:r>
            <a:r>
              <a:rPr lang="en-US" sz="2400" kern="1200" dirty="0" err="1">
                <a:solidFill>
                  <a:srgbClr val="000000"/>
                </a:solidFill>
                <a:effectLst/>
                <a:latin typeface="Avenir" charset="0"/>
                <a:ea typeface="Avenir" charset="0"/>
                <a:cs typeface="Avenir" charset="0"/>
                <a:sym typeface="Avenir Roman" charset="0"/>
              </a:rPr>
              <a:t>medible</a:t>
            </a:r>
            <a:r>
              <a:rPr lang="en-US" sz="2400" kern="1200" dirty="0">
                <a:solidFill>
                  <a:srgbClr val="000000"/>
                </a:solidFill>
                <a:effectLst/>
                <a:latin typeface="Avenir" charset="0"/>
                <a:ea typeface="Avenir" charset="0"/>
                <a:cs typeface="Avenir" charset="0"/>
                <a:sym typeface="Avenir Roman" charset="0"/>
              </a:rPr>
              <a:t>: </a:t>
            </a:r>
            <a:r>
              <a:rPr lang="en-US" sz="2400" kern="1200" dirty="0" err="1">
                <a:solidFill>
                  <a:srgbClr val="000000"/>
                </a:solidFill>
                <a:effectLst/>
                <a:latin typeface="Avenir" charset="0"/>
                <a:ea typeface="Avenir" charset="0"/>
                <a:cs typeface="Avenir" charset="0"/>
                <a:sym typeface="Avenir Roman" charset="0"/>
              </a:rPr>
              <a:t>reducir</a:t>
            </a:r>
            <a:r>
              <a:rPr lang="en-US" sz="2400" kern="1200" dirty="0">
                <a:solidFill>
                  <a:srgbClr val="000000"/>
                </a:solidFill>
                <a:effectLst/>
                <a:latin typeface="Avenir" charset="0"/>
                <a:ea typeface="Avenir" charset="0"/>
                <a:cs typeface="Avenir" charset="0"/>
                <a:sym typeface="Avenir Roman" charset="0"/>
              </a:rPr>
              <a:t> entre 5% y 10% </a:t>
            </a:r>
            <a:r>
              <a:rPr lang="en-US" sz="2400" kern="1200" dirty="0" err="1">
                <a:solidFill>
                  <a:srgbClr val="000000"/>
                </a:solidFill>
                <a:effectLst/>
                <a:latin typeface="Avenir" charset="0"/>
                <a:ea typeface="Avenir" charset="0"/>
                <a:cs typeface="Avenir" charset="0"/>
                <a:sym typeface="Avenir Roman" charset="0"/>
              </a:rPr>
              <a:t>el</a:t>
            </a:r>
            <a:r>
              <a:rPr lang="en-US" sz="2400" kern="1200" dirty="0">
                <a:solidFill>
                  <a:srgbClr val="000000"/>
                </a:solidFill>
                <a:effectLst/>
                <a:latin typeface="Avenir" charset="0"/>
                <a:ea typeface="Avenir" charset="0"/>
                <a:cs typeface="Avenir" charset="0"/>
                <a:sym typeface="Avenir Roman" charset="0"/>
              </a:rPr>
              <a:t> </a:t>
            </a:r>
            <a:r>
              <a:rPr lang="en-US" sz="2400" kern="1200" dirty="0" err="1">
                <a:solidFill>
                  <a:srgbClr val="000000"/>
                </a:solidFill>
                <a:effectLst/>
                <a:latin typeface="Avenir" charset="0"/>
                <a:ea typeface="Avenir" charset="0"/>
                <a:cs typeface="Avenir" charset="0"/>
                <a:sym typeface="Avenir Roman" charset="0"/>
              </a:rPr>
              <a:t>costo</a:t>
            </a:r>
            <a:r>
              <a:rPr lang="en-US" sz="2400" kern="1200" dirty="0">
                <a:solidFill>
                  <a:srgbClr val="000000"/>
                </a:solidFill>
                <a:effectLst/>
                <a:latin typeface="Avenir" charset="0"/>
                <a:ea typeface="Avenir" charset="0"/>
                <a:cs typeface="Avenir" charset="0"/>
                <a:sym typeface="Avenir Roman" charset="0"/>
              </a:rPr>
              <a:t> </a:t>
            </a:r>
            <a:r>
              <a:rPr lang="en-US" sz="2400" kern="1200" dirty="0" err="1">
                <a:solidFill>
                  <a:srgbClr val="000000"/>
                </a:solidFill>
                <a:effectLst/>
                <a:latin typeface="Avenir" charset="0"/>
                <a:ea typeface="Avenir" charset="0"/>
                <a:cs typeface="Avenir" charset="0"/>
                <a:sym typeface="Avenir Roman" charset="0"/>
              </a:rPr>
              <a:t>diario</a:t>
            </a:r>
            <a:r>
              <a:rPr lang="en-US" sz="2400" kern="1200" dirty="0">
                <a:solidFill>
                  <a:srgbClr val="000000"/>
                </a:solidFill>
                <a:effectLst/>
                <a:latin typeface="Avenir" charset="0"/>
                <a:ea typeface="Avenir" charset="0"/>
                <a:cs typeface="Avenir" charset="0"/>
                <a:sym typeface="Avenir Roman" charset="0"/>
              </a:rPr>
              <a:t> de la </a:t>
            </a:r>
            <a:r>
              <a:rPr lang="en-US" sz="2400" kern="1200" dirty="0" err="1">
                <a:solidFill>
                  <a:srgbClr val="000000"/>
                </a:solidFill>
                <a:effectLst/>
                <a:latin typeface="Avenir" charset="0"/>
                <a:ea typeface="Avenir" charset="0"/>
                <a:cs typeface="Avenir" charset="0"/>
                <a:sym typeface="Avenir Roman" charset="0"/>
              </a:rPr>
              <a:t>dieta</a:t>
            </a:r>
            <a:r>
              <a:rPr lang="en-US" sz="2400" kern="1200" dirty="0">
                <a:solidFill>
                  <a:srgbClr val="000000"/>
                </a:solidFill>
                <a:effectLst/>
                <a:latin typeface="Avenir" charset="0"/>
                <a:ea typeface="Avenir" charset="0"/>
                <a:cs typeface="Avenir" charset="0"/>
                <a:sym typeface="Avenir Roman" charset="0"/>
              </a:rPr>
              <a:t>, sin </a:t>
            </a:r>
            <a:r>
              <a:rPr lang="en-US" sz="2400" kern="1200" dirty="0" err="1">
                <a:solidFill>
                  <a:srgbClr val="000000"/>
                </a:solidFill>
                <a:effectLst/>
                <a:latin typeface="Avenir" charset="0"/>
                <a:ea typeface="Avenir" charset="0"/>
                <a:cs typeface="Avenir" charset="0"/>
                <a:sym typeface="Avenir Roman" charset="0"/>
              </a:rPr>
              <a:t>violar</a:t>
            </a:r>
            <a:r>
              <a:rPr lang="en-US" sz="2400" kern="1200" dirty="0">
                <a:solidFill>
                  <a:srgbClr val="000000"/>
                </a:solidFill>
                <a:effectLst/>
                <a:latin typeface="Avenir" charset="0"/>
                <a:ea typeface="Avenir" charset="0"/>
                <a:cs typeface="Avenir" charset="0"/>
                <a:sym typeface="Avenir Roman" charset="0"/>
              </a:rPr>
              <a:t> </a:t>
            </a:r>
            <a:r>
              <a:rPr lang="en-US" sz="2400" kern="1200" dirty="0" err="1">
                <a:solidFill>
                  <a:srgbClr val="000000"/>
                </a:solidFill>
                <a:effectLst/>
                <a:latin typeface="Avenir" charset="0"/>
                <a:ea typeface="Avenir" charset="0"/>
                <a:cs typeface="Avenir" charset="0"/>
                <a:sym typeface="Avenir Roman" charset="0"/>
              </a:rPr>
              <a:t>jamás</a:t>
            </a:r>
            <a:r>
              <a:rPr lang="en-US" sz="2400" kern="1200" dirty="0">
                <a:solidFill>
                  <a:srgbClr val="000000"/>
                </a:solidFill>
                <a:effectLst/>
                <a:latin typeface="Avenir" charset="0"/>
                <a:ea typeface="Avenir" charset="0"/>
                <a:cs typeface="Avenir" charset="0"/>
                <a:sym typeface="Avenir Roman" charset="0"/>
              </a:rPr>
              <a:t> las </a:t>
            </a:r>
            <a:r>
              <a:rPr lang="en-US" sz="2400" kern="1200" dirty="0" err="1">
                <a:solidFill>
                  <a:srgbClr val="000000"/>
                </a:solidFill>
                <a:effectLst/>
                <a:latin typeface="Avenir" charset="0"/>
                <a:ea typeface="Avenir" charset="0"/>
                <a:cs typeface="Avenir" charset="0"/>
                <a:sym typeface="Avenir Roman" charset="0"/>
              </a:rPr>
              <a:t>restricciones</a:t>
            </a:r>
            <a:r>
              <a:rPr lang="en-US" sz="2400" kern="1200" dirty="0">
                <a:solidFill>
                  <a:srgbClr val="000000"/>
                </a:solidFill>
                <a:effectLst/>
                <a:latin typeface="Avenir" charset="0"/>
                <a:ea typeface="Avenir" charset="0"/>
                <a:cs typeface="Avenir" charset="0"/>
                <a:sym typeface="Avenir Roman" charset="0"/>
              </a:rPr>
              <a:t> </a:t>
            </a:r>
            <a:r>
              <a:rPr lang="en-US" sz="2400" kern="1200" dirty="0" err="1">
                <a:solidFill>
                  <a:srgbClr val="000000"/>
                </a:solidFill>
                <a:effectLst/>
                <a:latin typeface="Avenir" charset="0"/>
                <a:ea typeface="Avenir" charset="0"/>
                <a:cs typeface="Avenir" charset="0"/>
                <a:sym typeface="Avenir Roman" charset="0"/>
              </a:rPr>
              <a:t>biológicas</a:t>
            </a:r>
            <a:r>
              <a:rPr lang="en-US" sz="2400" kern="1200" dirty="0">
                <a:solidFill>
                  <a:srgbClr val="000000"/>
                </a:solidFill>
                <a:effectLst/>
                <a:latin typeface="Avenir" charset="0"/>
                <a:ea typeface="Avenir" charset="0"/>
                <a:cs typeface="Avenir" charset="0"/>
                <a:sym typeface="Avenir Roman" charset="0"/>
              </a:rPr>
              <a:t> del National Research Council. Si no se </a:t>
            </a:r>
            <a:r>
              <a:rPr lang="en-US" sz="2400" kern="1200" dirty="0" err="1">
                <a:solidFill>
                  <a:srgbClr val="000000"/>
                </a:solidFill>
                <a:effectLst/>
                <a:latin typeface="Avenir" charset="0"/>
                <a:ea typeface="Avenir" charset="0"/>
                <a:cs typeface="Avenir" charset="0"/>
                <a:sym typeface="Avenir Roman" charset="0"/>
              </a:rPr>
              <a:t>cumple</a:t>
            </a:r>
            <a:r>
              <a:rPr lang="en-US" sz="2400" kern="1200" dirty="0">
                <a:solidFill>
                  <a:srgbClr val="000000"/>
                </a:solidFill>
                <a:effectLst/>
                <a:latin typeface="Avenir" charset="0"/>
                <a:ea typeface="Avenir" charset="0"/>
                <a:cs typeface="Avenir" charset="0"/>
                <a:sym typeface="Avenir Roman" charset="0"/>
              </a:rPr>
              <a:t> ese guardrail, </a:t>
            </a:r>
            <a:r>
              <a:rPr lang="en-US" sz="2400" kern="1200" dirty="0" err="1">
                <a:solidFill>
                  <a:srgbClr val="000000"/>
                </a:solidFill>
                <a:effectLst/>
                <a:latin typeface="Avenir" charset="0"/>
                <a:ea typeface="Avenir" charset="0"/>
                <a:cs typeface="Avenir" charset="0"/>
                <a:sym typeface="Avenir Roman" charset="0"/>
              </a:rPr>
              <a:t>el</a:t>
            </a:r>
            <a:r>
              <a:rPr lang="en-US" sz="2400" kern="1200" dirty="0">
                <a:solidFill>
                  <a:srgbClr val="000000"/>
                </a:solidFill>
                <a:effectLst/>
                <a:latin typeface="Avenir" charset="0"/>
                <a:ea typeface="Avenir" charset="0"/>
                <a:cs typeface="Avenir" charset="0"/>
                <a:sym typeface="Avenir Roman" charset="0"/>
              </a:rPr>
              <a:t> </a:t>
            </a:r>
            <a:r>
              <a:rPr lang="en-US" sz="2400" kern="1200" dirty="0" err="1">
                <a:solidFill>
                  <a:srgbClr val="000000"/>
                </a:solidFill>
                <a:effectLst/>
                <a:latin typeface="Avenir" charset="0"/>
                <a:ea typeface="Avenir" charset="0"/>
                <a:cs typeface="Avenir" charset="0"/>
                <a:sym typeface="Avenir Roman" charset="0"/>
              </a:rPr>
              <a:t>sistema</a:t>
            </a:r>
            <a:r>
              <a:rPr lang="en-US" sz="2400" kern="1200" dirty="0">
                <a:solidFill>
                  <a:srgbClr val="000000"/>
                </a:solidFill>
                <a:effectLst/>
                <a:latin typeface="Avenir" charset="0"/>
                <a:ea typeface="Avenir" charset="0"/>
                <a:cs typeface="Avenir" charset="0"/>
                <a:sym typeface="Avenir Roman" charset="0"/>
              </a:rPr>
              <a:t> no </a:t>
            </a:r>
            <a:r>
              <a:rPr lang="en-US" sz="2400" kern="1200" dirty="0" err="1">
                <a:solidFill>
                  <a:srgbClr val="000000"/>
                </a:solidFill>
                <a:effectLst/>
                <a:latin typeface="Avenir" charset="0"/>
                <a:ea typeface="Avenir" charset="0"/>
                <a:cs typeface="Avenir" charset="0"/>
                <a:sym typeface="Avenir Roman" charset="0"/>
              </a:rPr>
              <a:t>entrega</a:t>
            </a:r>
            <a:r>
              <a:rPr lang="en-US" sz="2400" kern="1200" dirty="0">
                <a:solidFill>
                  <a:srgbClr val="000000"/>
                </a:solidFill>
                <a:effectLst/>
                <a:latin typeface="Avenir" charset="0"/>
                <a:ea typeface="Avenir" charset="0"/>
                <a:cs typeface="Avenir" charset="0"/>
                <a:sym typeface="Avenir Roman" charset="0"/>
              </a:rPr>
              <a:t> </a:t>
            </a:r>
            <a:r>
              <a:rPr lang="en-US" sz="2400" kern="1200" dirty="0" err="1">
                <a:solidFill>
                  <a:srgbClr val="000000"/>
                </a:solidFill>
                <a:effectLst/>
                <a:latin typeface="Avenir" charset="0"/>
                <a:ea typeface="Avenir" charset="0"/>
                <a:cs typeface="Avenir" charset="0"/>
                <a:sym typeface="Avenir Roman" charset="0"/>
              </a:rPr>
              <a:t>ninguna</a:t>
            </a:r>
            <a:r>
              <a:rPr lang="en-US" sz="2400" kern="1200" dirty="0">
                <a:solidFill>
                  <a:srgbClr val="000000"/>
                </a:solidFill>
                <a:effectLst/>
                <a:latin typeface="Avenir" charset="0"/>
                <a:ea typeface="Avenir" charset="0"/>
                <a:cs typeface="Avenir" charset="0"/>
                <a:sym typeface="Avenir Roman" charset="0"/>
              </a:rPr>
              <a:t> </a:t>
            </a:r>
            <a:r>
              <a:rPr lang="en-US" sz="2400" kern="1200" dirty="0" err="1">
                <a:solidFill>
                  <a:srgbClr val="000000"/>
                </a:solidFill>
                <a:effectLst/>
                <a:latin typeface="Avenir" charset="0"/>
                <a:ea typeface="Avenir" charset="0"/>
                <a:cs typeface="Avenir" charset="0"/>
                <a:sym typeface="Avenir Roman" charset="0"/>
              </a:rPr>
              <a:t>recomendación</a:t>
            </a:r>
            <a:r>
              <a:rPr lang="en-US" sz="2400" kern="1200" dirty="0">
                <a:solidFill>
                  <a:srgbClr val="000000"/>
                </a:solidFill>
                <a:effectLst/>
                <a:latin typeface="Avenir" charset="0"/>
                <a:ea typeface="Avenir" charset="0"/>
                <a:cs typeface="Avenir" charset="0"/>
                <a:sym typeface="Avenir Roman" charset="0"/>
              </a:rPr>
              <a:t>."</a:t>
            </a:r>
            <a:br>
              <a:rPr lang="en-US" sz="2400" kern="1200" dirty="0">
                <a:solidFill>
                  <a:srgbClr val="000000"/>
                </a:solidFill>
                <a:effectLst/>
                <a:latin typeface="Avenir" charset="0"/>
                <a:ea typeface="Avenir" charset="0"/>
                <a:cs typeface="Avenir" charset="0"/>
                <a:sym typeface="Avenir Roman" charset="0"/>
              </a:rPr>
            </a:br>
            <a:br>
              <a:rPr lang="en-US" sz="2400" kern="1200" dirty="0">
                <a:solidFill>
                  <a:srgbClr val="000000"/>
                </a:solidFill>
                <a:effectLst/>
                <a:latin typeface="Avenir" charset="0"/>
                <a:ea typeface="Avenir" charset="0"/>
                <a:cs typeface="Avenir" charset="0"/>
                <a:sym typeface="Avenir Roman" charset="0"/>
              </a:rPr>
            </a:br>
            <a:r>
              <a:rPr lang="en-US" sz="2400" kern="1200" dirty="0">
                <a:solidFill>
                  <a:srgbClr val="000000"/>
                </a:solidFill>
                <a:effectLst/>
                <a:latin typeface="Avenir" charset="0"/>
                <a:ea typeface="Avenir" charset="0"/>
                <a:cs typeface="Avenir" charset="0"/>
                <a:sym typeface="Avenir Roman" charset="0"/>
              </a:rPr>
              <a:t>[P3] "Para </a:t>
            </a:r>
            <a:r>
              <a:rPr lang="en-US" sz="2400" kern="1200" dirty="0" err="1">
                <a:solidFill>
                  <a:srgbClr val="000000"/>
                </a:solidFill>
                <a:effectLst/>
                <a:latin typeface="Avenir" charset="0"/>
                <a:ea typeface="Avenir" charset="0"/>
                <a:cs typeface="Avenir" charset="0"/>
                <a:sym typeface="Avenir Roman" charset="0"/>
              </a:rPr>
              <a:t>validar</a:t>
            </a:r>
            <a:r>
              <a:rPr lang="en-US" sz="2400" kern="1200" dirty="0">
                <a:solidFill>
                  <a:srgbClr val="000000"/>
                </a:solidFill>
                <a:effectLst/>
                <a:latin typeface="Avenir" charset="0"/>
                <a:ea typeface="Avenir" charset="0"/>
                <a:cs typeface="Avenir" charset="0"/>
                <a:sym typeface="Avenir Roman" charset="0"/>
              </a:rPr>
              <a:t> </a:t>
            </a:r>
            <a:r>
              <a:rPr lang="en-US" sz="2400" kern="1200" dirty="0" err="1">
                <a:solidFill>
                  <a:srgbClr val="000000"/>
                </a:solidFill>
                <a:effectLst/>
                <a:latin typeface="Avenir" charset="0"/>
                <a:ea typeface="Avenir" charset="0"/>
                <a:cs typeface="Avenir" charset="0"/>
                <a:sym typeface="Avenir Roman" charset="0"/>
              </a:rPr>
              <a:t>que</a:t>
            </a:r>
            <a:r>
              <a:rPr lang="en-US" sz="2400" kern="1200" dirty="0">
                <a:solidFill>
                  <a:srgbClr val="000000"/>
                </a:solidFill>
                <a:effectLst/>
                <a:latin typeface="Avenir" charset="0"/>
                <a:ea typeface="Avenir" charset="0"/>
                <a:cs typeface="Avenir" charset="0"/>
                <a:sym typeface="Avenir Roman" charset="0"/>
              </a:rPr>
              <a:t> lo </a:t>
            </a:r>
            <a:r>
              <a:rPr lang="en-US" sz="2400" kern="1200" dirty="0" err="1">
                <a:solidFill>
                  <a:srgbClr val="000000"/>
                </a:solidFill>
                <a:effectLst/>
                <a:latin typeface="Avenir" charset="0"/>
                <a:ea typeface="Avenir" charset="0"/>
                <a:cs typeface="Avenir" charset="0"/>
                <a:sym typeface="Avenir Roman" charset="0"/>
              </a:rPr>
              <a:t>que</a:t>
            </a:r>
            <a:r>
              <a:rPr lang="en-US" sz="2400" kern="1200" dirty="0">
                <a:solidFill>
                  <a:srgbClr val="000000"/>
                </a:solidFill>
                <a:effectLst/>
                <a:latin typeface="Avenir" charset="0"/>
                <a:ea typeface="Avenir" charset="0"/>
                <a:cs typeface="Avenir" charset="0"/>
                <a:sym typeface="Avenir Roman" charset="0"/>
              </a:rPr>
              <a:t> </a:t>
            </a:r>
            <a:r>
              <a:rPr lang="en-US" sz="2400" kern="1200" dirty="0" err="1">
                <a:solidFill>
                  <a:srgbClr val="000000"/>
                </a:solidFill>
                <a:effectLst/>
                <a:latin typeface="Avenir" charset="0"/>
                <a:ea typeface="Avenir" charset="0"/>
                <a:cs typeface="Avenir" charset="0"/>
                <a:sym typeface="Avenir Roman" charset="0"/>
              </a:rPr>
              <a:t>construimos</a:t>
            </a:r>
            <a:r>
              <a:rPr lang="en-US" sz="2400" kern="1200" dirty="0">
                <a:solidFill>
                  <a:srgbClr val="000000"/>
                </a:solidFill>
                <a:effectLst/>
                <a:latin typeface="Avenir" charset="0"/>
                <a:ea typeface="Avenir" charset="0"/>
                <a:cs typeface="Avenir" charset="0"/>
                <a:sym typeface="Avenir Roman" charset="0"/>
              </a:rPr>
              <a:t> </a:t>
            </a:r>
            <a:r>
              <a:rPr lang="en-US" sz="2400" kern="1200" dirty="0" err="1">
                <a:solidFill>
                  <a:srgbClr val="000000"/>
                </a:solidFill>
                <a:effectLst/>
                <a:latin typeface="Avenir" charset="0"/>
                <a:ea typeface="Avenir" charset="0"/>
                <a:cs typeface="Avenir" charset="0"/>
                <a:sym typeface="Avenir Roman" charset="0"/>
              </a:rPr>
              <a:t>realmente</a:t>
            </a:r>
            <a:r>
              <a:rPr lang="en-US" sz="2400" kern="1200" dirty="0">
                <a:solidFill>
                  <a:srgbClr val="000000"/>
                </a:solidFill>
                <a:effectLst/>
                <a:latin typeface="Avenir" charset="0"/>
                <a:ea typeface="Avenir" charset="0"/>
                <a:cs typeface="Avenir" charset="0"/>
                <a:sym typeface="Avenir Roman" charset="0"/>
              </a:rPr>
              <a:t> </a:t>
            </a:r>
            <a:r>
              <a:rPr lang="en-US" sz="2400" kern="1200" dirty="0" err="1">
                <a:solidFill>
                  <a:srgbClr val="000000"/>
                </a:solidFill>
                <a:effectLst/>
                <a:latin typeface="Avenir" charset="0"/>
                <a:ea typeface="Avenir" charset="0"/>
                <a:cs typeface="Avenir" charset="0"/>
                <a:sym typeface="Avenir Roman" charset="0"/>
              </a:rPr>
              <a:t>funciona</a:t>
            </a:r>
            <a:r>
              <a:rPr lang="en-US" sz="2400" kern="1200" dirty="0">
                <a:solidFill>
                  <a:srgbClr val="000000"/>
                </a:solidFill>
                <a:effectLst/>
                <a:latin typeface="Avenir" charset="0"/>
                <a:ea typeface="Avenir" charset="0"/>
                <a:cs typeface="Avenir" charset="0"/>
                <a:sym typeface="Avenir Roman" charset="0"/>
              </a:rPr>
              <a:t>, </a:t>
            </a:r>
            <a:r>
              <a:rPr lang="en-US" sz="2400" kern="1200" dirty="0" err="1">
                <a:solidFill>
                  <a:srgbClr val="000000"/>
                </a:solidFill>
                <a:effectLst/>
                <a:latin typeface="Avenir" charset="0"/>
                <a:ea typeface="Avenir" charset="0"/>
                <a:cs typeface="Avenir" charset="0"/>
                <a:sym typeface="Avenir Roman" charset="0"/>
              </a:rPr>
              <a:t>adoptamos</a:t>
            </a:r>
            <a:r>
              <a:rPr lang="en-US" sz="2400" kern="1200" dirty="0">
                <a:solidFill>
                  <a:srgbClr val="000000"/>
                </a:solidFill>
                <a:effectLst/>
                <a:latin typeface="Avenir" charset="0"/>
                <a:ea typeface="Avenir" charset="0"/>
                <a:cs typeface="Avenir" charset="0"/>
                <a:sym typeface="Avenir Roman" charset="0"/>
              </a:rPr>
              <a:t> </a:t>
            </a:r>
            <a:r>
              <a:rPr lang="en-US" sz="2400" kern="1200" dirty="0" err="1">
                <a:solidFill>
                  <a:srgbClr val="000000"/>
                </a:solidFill>
                <a:effectLst/>
                <a:latin typeface="Avenir" charset="0"/>
                <a:ea typeface="Avenir" charset="0"/>
                <a:cs typeface="Avenir" charset="0"/>
                <a:sym typeface="Avenir Roman" charset="0"/>
              </a:rPr>
              <a:t>el</a:t>
            </a:r>
            <a:r>
              <a:rPr lang="en-US" sz="2400" kern="1200" dirty="0">
                <a:solidFill>
                  <a:srgbClr val="000000"/>
                </a:solidFill>
                <a:effectLst/>
                <a:latin typeface="Avenir" charset="0"/>
                <a:ea typeface="Avenir" charset="0"/>
                <a:cs typeface="Avenir" charset="0"/>
                <a:sym typeface="Avenir Roman" charset="0"/>
              </a:rPr>
              <a:t> </a:t>
            </a:r>
            <a:r>
              <a:rPr lang="en-US" sz="2400" kern="1200" dirty="0" err="1">
                <a:solidFill>
                  <a:srgbClr val="000000"/>
                </a:solidFill>
                <a:effectLst/>
                <a:latin typeface="Avenir" charset="0"/>
                <a:ea typeface="Avenir" charset="0"/>
                <a:cs typeface="Avenir" charset="0"/>
                <a:sym typeface="Avenir Roman" charset="0"/>
              </a:rPr>
              <a:t>ciclo</a:t>
            </a:r>
            <a:r>
              <a:rPr lang="en-US" sz="2400" kern="1200" dirty="0">
                <a:solidFill>
                  <a:srgbClr val="000000"/>
                </a:solidFill>
                <a:effectLst/>
                <a:latin typeface="Avenir" charset="0"/>
                <a:ea typeface="Avenir" charset="0"/>
                <a:cs typeface="Avenir" charset="0"/>
                <a:sym typeface="Avenir Roman" charset="0"/>
              </a:rPr>
              <a:t> Lean Startup </a:t>
            </a:r>
            <a:r>
              <a:rPr lang="en-US" sz="2400" kern="1200" dirty="0" err="1">
                <a:solidFill>
                  <a:srgbClr val="000000"/>
                </a:solidFill>
                <a:effectLst/>
                <a:latin typeface="Avenir" charset="0"/>
                <a:ea typeface="Avenir" charset="0"/>
                <a:cs typeface="Avenir" charset="0"/>
                <a:sym typeface="Avenir Roman" charset="0"/>
              </a:rPr>
              <a:t>que</a:t>
            </a:r>
            <a:r>
              <a:rPr lang="en-US" sz="2400" kern="1200" dirty="0">
                <a:solidFill>
                  <a:srgbClr val="000000"/>
                </a:solidFill>
                <a:effectLst/>
                <a:latin typeface="Avenir" charset="0"/>
                <a:ea typeface="Avenir" charset="0"/>
                <a:cs typeface="Avenir" charset="0"/>
                <a:sym typeface="Avenir Roman" charset="0"/>
              </a:rPr>
              <a:t> </a:t>
            </a:r>
            <a:r>
              <a:rPr lang="en-US" sz="2400" kern="1200" dirty="0" err="1">
                <a:solidFill>
                  <a:srgbClr val="000000"/>
                </a:solidFill>
                <a:effectLst/>
                <a:latin typeface="Avenir" charset="0"/>
                <a:ea typeface="Avenir" charset="0"/>
                <a:cs typeface="Avenir" charset="0"/>
                <a:sym typeface="Avenir Roman" charset="0"/>
              </a:rPr>
              <a:t>ven</a:t>
            </a:r>
            <a:r>
              <a:rPr lang="en-US" sz="2400" kern="1200" dirty="0">
                <a:solidFill>
                  <a:srgbClr val="000000"/>
                </a:solidFill>
                <a:effectLst/>
                <a:latin typeface="Avenir" charset="0"/>
                <a:ea typeface="Avenir" charset="0"/>
                <a:cs typeface="Avenir" charset="0"/>
                <a:sym typeface="Avenir Roman" charset="0"/>
              </a:rPr>
              <a:t> </a:t>
            </a:r>
            <a:r>
              <a:rPr lang="en-US" sz="2400" kern="1200" dirty="0" err="1">
                <a:solidFill>
                  <a:srgbClr val="000000"/>
                </a:solidFill>
                <a:effectLst/>
                <a:latin typeface="Avenir" charset="0"/>
                <a:ea typeface="Avenir" charset="0"/>
                <a:cs typeface="Avenir" charset="0"/>
                <a:sym typeface="Avenir Roman" charset="0"/>
              </a:rPr>
              <a:t>en</a:t>
            </a:r>
            <a:r>
              <a:rPr lang="en-US" sz="2400" kern="1200" dirty="0">
                <a:solidFill>
                  <a:srgbClr val="000000"/>
                </a:solidFill>
                <a:effectLst/>
                <a:latin typeface="Avenir" charset="0"/>
                <a:ea typeface="Avenir" charset="0"/>
                <a:cs typeface="Avenir" charset="0"/>
                <a:sym typeface="Avenir Roman" charset="0"/>
              </a:rPr>
              <a:t> </a:t>
            </a:r>
            <a:r>
              <a:rPr lang="en-US" sz="2400" kern="1200" dirty="0" err="1">
                <a:solidFill>
                  <a:srgbClr val="000000"/>
                </a:solidFill>
                <a:effectLst/>
                <a:latin typeface="Avenir" charset="0"/>
                <a:ea typeface="Avenir" charset="0"/>
                <a:cs typeface="Avenir" charset="0"/>
                <a:sym typeface="Avenir Roman" charset="0"/>
              </a:rPr>
              <a:t>el</a:t>
            </a:r>
            <a:r>
              <a:rPr lang="en-US" sz="2400" kern="1200" dirty="0">
                <a:solidFill>
                  <a:srgbClr val="000000"/>
                </a:solidFill>
                <a:effectLst/>
                <a:latin typeface="Avenir" charset="0"/>
                <a:ea typeface="Avenir" charset="0"/>
                <a:cs typeface="Avenir" charset="0"/>
                <a:sym typeface="Avenir Roman" charset="0"/>
              </a:rPr>
              <a:t> </a:t>
            </a:r>
            <a:r>
              <a:rPr lang="en-US" sz="2400" kern="1200" dirty="0" err="1">
                <a:solidFill>
                  <a:srgbClr val="000000"/>
                </a:solidFill>
                <a:effectLst/>
                <a:latin typeface="Avenir" charset="0"/>
                <a:ea typeface="Avenir" charset="0"/>
                <a:cs typeface="Avenir" charset="0"/>
                <a:sym typeface="Avenir Roman" charset="0"/>
              </a:rPr>
              <a:t>diagrama</a:t>
            </a:r>
            <a:r>
              <a:rPr lang="en-US" sz="2400" kern="1200" dirty="0">
                <a:solidFill>
                  <a:srgbClr val="000000"/>
                </a:solidFill>
                <a:effectLst/>
                <a:latin typeface="Avenir" charset="0"/>
                <a:ea typeface="Avenir" charset="0"/>
                <a:cs typeface="Avenir" charset="0"/>
                <a:sym typeface="Avenir Roman" charset="0"/>
              </a:rPr>
              <a:t> circular: </a:t>
            </a:r>
            <a:r>
              <a:rPr lang="en-US" sz="2400" kern="1200" dirty="0" err="1">
                <a:solidFill>
                  <a:srgbClr val="000000"/>
                </a:solidFill>
                <a:effectLst/>
                <a:latin typeface="Avenir" charset="0"/>
                <a:ea typeface="Avenir" charset="0"/>
                <a:cs typeface="Avenir" charset="0"/>
                <a:sym typeface="Avenir Roman" charset="0"/>
              </a:rPr>
              <a:t>Construir</a:t>
            </a:r>
            <a:r>
              <a:rPr lang="en-US" sz="2400" kern="1200" dirty="0">
                <a:solidFill>
                  <a:srgbClr val="000000"/>
                </a:solidFill>
                <a:effectLst/>
                <a:latin typeface="Avenir" charset="0"/>
                <a:ea typeface="Avenir" charset="0"/>
                <a:cs typeface="Avenir" charset="0"/>
                <a:sym typeface="Avenir Roman" charset="0"/>
              </a:rPr>
              <a:t> </a:t>
            </a:r>
            <a:r>
              <a:rPr lang="en-US" sz="2400" kern="1200" dirty="0" err="1">
                <a:solidFill>
                  <a:srgbClr val="000000"/>
                </a:solidFill>
                <a:effectLst/>
                <a:latin typeface="Avenir" charset="0"/>
                <a:ea typeface="Avenir" charset="0"/>
                <a:cs typeface="Avenir" charset="0"/>
                <a:sym typeface="Avenir Roman" charset="0"/>
              </a:rPr>
              <a:t>el</a:t>
            </a:r>
            <a:r>
              <a:rPr lang="en-US" sz="2400" kern="1200" dirty="0">
                <a:solidFill>
                  <a:srgbClr val="000000"/>
                </a:solidFill>
                <a:effectLst/>
                <a:latin typeface="Avenir" charset="0"/>
                <a:ea typeface="Avenir" charset="0"/>
                <a:cs typeface="Avenir" charset="0"/>
                <a:sym typeface="Avenir Roman" charset="0"/>
              </a:rPr>
              <a:t> </a:t>
            </a:r>
            <a:r>
              <a:rPr lang="en-US" sz="2400" kern="1200" dirty="0" err="1">
                <a:solidFill>
                  <a:srgbClr val="000000"/>
                </a:solidFill>
                <a:effectLst/>
                <a:latin typeface="Avenir" charset="0"/>
                <a:ea typeface="Avenir" charset="0"/>
                <a:cs typeface="Avenir" charset="0"/>
                <a:sym typeface="Avenir Roman" charset="0"/>
              </a:rPr>
              <a:t>prototipo</a:t>
            </a:r>
            <a:r>
              <a:rPr lang="en-US" sz="2400" kern="1200" dirty="0">
                <a:solidFill>
                  <a:srgbClr val="000000"/>
                </a:solidFill>
                <a:effectLst/>
                <a:latin typeface="Avenir" charset="0"/>
                <a:ea typeface="Avenir" charset="0"/>
                <a:cs typeface="Avenir" charset="0"/>
                <a:sym typeface="Avenir Roman" charset="0"/>
              </a:rPr>
              <a:t>, </a:t>
            </a:r>
            <a:r>
              <a:rPr lang="en-US" sz="2400" kern="1200" dirty="0" err="1">
                <a:solidFill>
                  <a:srgbClr val="000000"/>
                </a:solidFill>
                <a:effectLst/>
                <a:latin typeface="Avenir" charset="0"/>
                <a:ea typeface="Avenir" charset="0"/>
                <a:cs typeface="Avenir" charset="0"/>
                <a:sym typeface="Avenir Roman" charset="0"/>
              </a:rPr>
              <a:t>Medir</a:t>
            </a:r>
            <a:r>
              <a:rPr lang="en-US" sz="2400" kern="1200" dirty="0">
                <a:solidFill>
                  <a:srgbClr val="000000"/>
                </a:solidFill>
                <a:effectLst/>
                <a:latin typeface="Avenir" charset="0"/>
                <a:ea typeface="Avenir" charset="0"/>
                <a:cs typeface="Avenir" charset="0"/>
                <a:sym typeface="Avenir Roman" charset="0"/>
              </a:rPr>
              <a:t> con 7 KPIs </a:t>
            </a:r>
            <a:r>
              <a:rPr lang="en-US" sz="2400" kern="1200" dirty="0" err="1">
                <a:solidFill>
                  <a:srgbClr val="000000"/>
                </a:solidFill>
                <a:effectLst/>
                <a:latin typeface="Avenir" charset="0"/>
                <a:ea typeface="Avenir" charset="0"/>
                <a:cs typeface="Avenir" charset="0"/>
                <a:sym typeface="Avenir Roman" charset="0"/>
              </a:rPr>
              <a:t>estrictos</a:t>
            </a:r>
            <a:r>
              <a:rPr lang="en-US" sz="2400" kern="1200" dirty="0">
                <a:solidFill>
                  <a:srgbClr val="000000"/>
                </a:solidFill>
                <a:effectLst/>
                <a:latin typeface="Avenir" charset="0"/>
                <a:ea typeface="Avenir" charset="0"/>
                <a:cs typeface="Avenir" charset="0"/>
                <a:sym typeface="Avenir Roman" charset="0"/>
              </a:rPr>
              <a:t>, y </a:t>
            </a:r>
            <a:r>
              <a:rPr lang="en-US" sz="2400" kern="1200" dirty="0" err="1">
                <a:solidFill>
                  <a:srgbClr val="000000"/>
                </a:solidFill>
                <a:effectLst/>
                <a:latin typeface="Avenir" charset="0"/>
                <a:ea typeface="Avenir" charset="0"/>
                <a:cs typeface="Avenir" charset="0"/>
                <a:sym typeface="Avenir Roman" charset="0"/>
              </a:rPr>
              <a:t>Aprender</a:t>
            </a:r>
            <a:r>
              <a:rPr lang="en-US" sz="2400" kern="1200" dirty="0">
                <a:solidFill>
                  <a:srgbClr val="000000"/>
                </a:solidFill>
                <a:effectLst/>
                <a:latin typeface="Avenir" charset="0"/>
                <a:ea typeface="Avenir" charset="0"/>
                <a:cs typeface="Avenir" charset="0"/>
                <a:sym typeface="Avenir Roman" charset="0"/>
              </a:rPr>
              <a:t> para </a:t>
            </a:r>
            <a:r>
              <a:rPr lang="en-US" sz="2400" kern="1200" dirty="0" err="1">
                <a:solidFill>
                  <a:srgbClr val="000000"/>
                </a:solidFill>
                <a:effectLst/>
                <a:latin typeface="Avenir" charset="0"/>
                <a:ea typeface="Avenir" charset="0"/>
                <a:cs typeface="Avenir" charset="0"/>
                <a:sym typeface="Avenir Roman" charset="0"/>
              </a:rPr>
              <a:t>iterar</a:t>
            </a:r>
            <a:r>
              <a:rPr lang="en-US" sz="2400" kern="1200" dirty="0">
                <a:solidFill>
                  <a:srgbClr val="000000"/>
                </a:solidFill>
                <a:effectLst/>
                <a:latin typeface="Avenir" charset="0"/>
                <a:ea typeface="Avenir" charset="0"/>
                <a:cs typeface="Avenir" charset="0"/>
                <a:sym typeface="Avenir Roman" charset="0"/>
              </a:rPr>
              <a:t>. Esto </a:t>
            </a:r>
            <a:r>
              <a:rPr lang="en-US" sz="2400" kern="1200" dirty="0" err="1">
                <a:solidFill>
                  <a:srgbClr val="000000"/>
                </a:solidFill>
                <a:effectLst/>
                <a:latin typeface="Avenir" charset="0"/>
                <a:ea typeface="Avenir" charset="0"/>
                <a:cs typeface="Avenir" charset="0"/>
                <a:sym typeface="Avenir Roman" charset="0"/>
              </a:rPr>
              <a:t>nos</a:t>
            </a:r>
            <a:r>
              <a:rPr lang="en-US" sz="2400" kern="1200" dirty="0">
                <a:solidFill>
                  <a:srgbClr val="000000"/>
                </a:solidFill>
                <a:effectLst/>
                <a:latin typeface="Avenir" charset="0"/>
                <a:ea typeface="Avenir" charset="0"/>
                <a:cs typeface="Avenir" charset="0"/>
                <a:sym typeface="Avenir Roman" charset="0"/>
              </a:rPr>
              <a:t> </a:t>
            </a:r>
            <a:r>
              <a:rPr lang="en-US" sz="2400" kern="1200" dirty="0" err="1">
                <a:solidFill>
                  <a:srgbClr val="000000"/>
                </a:solidFill>
                <a:effectLst/>
                <a:latin typeface="Avenir" charset="0"/>
                <a:ea typeface="Avenir" charset="0"/>
                <a:cs typeface="Avenir" charset="0"/>
                <a:sym typeface="Avenir Roman" charset="0"/>
              </a:rPr>
              <a:t>dio</a:t>
            </a:r>
            <a:r>
              <a:rPr lang="en-US" sz="2400" kern="1200" dirty="0">
                <a:solidFill>
                  <a:srgbClr val="000000"/>
                </a:solidFill>
                <a:effectLst/>
                <a:latin typeface="Avenir" charset="0"/>
                <a:ea typeface="Avenir" charset="0"/>
                <a:cs typeface="Avenir" charset="0"/>
                <a:sym typeface="Avenir Roman" charset="0"/>
              </a:rPr>
              <a:t> </a:t>
            </a:r>
            <a:r>
              <a:rPr lang="en-US" sz="2400" kern="1200" dirty="0" err="1">
                <a:solidFill>
                  <a:srgbClr val="000000"/>
                </a:solidFill>
                <a:effectLst/>
                <a:latin typeface="Avenir" charset="0"/>
                <a:ea typeface="Avenir" charset="0"/>
                <a:cs typeface="Avenir" charset="0"/>
                <a:sym typeface="Avenir Roman" charset="0"/>
              </a:rPr>
              <a:t>una</a:t>
            </a:r>
            <a:r>
              <a:rPr lang="en-US" sz="2400" kern="1200" dirty="0">
                <a:solidFill>
                  <a:srgbClr val="000000"/>
                </a:solidFill>
                <a:effectLst/>
                <a:latin typeface="Avenir" charset="0"/>
                <a:ea typeface="Avenir" charset="0"/>
                <a:cs typeface="Avenir" charset="0"/>
                <a:sym typeface="Avenir Roman" charset="0"/>
              </a:rPr>
              <a:t> </a:t>
            </a:r>
            <a:r>
              <a:rPr lang="en-US" sz="2400" kern="1200" dirty="0" err="1">
                <a:solidFill>
                  <a:srgbClr val="000000"/>
                </a:solidFill>
                <a:effectLst/>
                <a:latin typeface="Avenir" charset="0"/>
                <a:ea typeface="Avenir" charset="0"/>
                <a:cs typeface="Avenir" charset="0"/>
                <a:sym typeface="Avenir Roman" charset="0"/>
              </a:rPr>
              <a:t>validación</a:t>
            </a:r>
            <a:r>
              <a:rPr lang="en-US" sz="2400" kern="1200" dirty="0">
                <a:solidFill>
                  <a:srgbClr val="000000"/>
                </a:solidFill>
                <a:effectLst/>
                <a:latin typeface="Avenir" charset="0"/>
                <a:ea typeface="Avenir" charset="0"/>
                <a:cs typeface="Avenir" charset="0"/>
                <a:sym typeface="Avenir Roman" charset="0"/>
              </a:rPr>
              <a:t> </a:t>
            </a:r>
            <a:r>
              <a:rPr lang="en-US" sz="2400" kern="1200" dirty="0" err="1">
                <a:solidFill>
                  <a:srgbClr val="000000"/>
                </a:solidFill>
                <a:effectLst/>
                <a:latin typeface="Avenir" charset="0"/>
                <a:ea typeface="Avenir" charset="0"/>
                <a:cs typeface="Avenir" charset="0"/>
                <a:sym typeface="Avenir Roman" charset="0"/>
              </a:rPr>
              <a:t>objetiva</a:t>
            </a:r>
            <a:r>
              <a:rPr lang="en-US" sz="2400" kern="1200" dirty="0">
                <a:solidFill>
                  <a:srgbClr val="000000"/>
                </a:solidFill>
                <a:effectLst/>
                <a:latin typeface="Avenir" charset="0"/>
                <a:ea typeface="Avenir" charset="0"/>
                <a:cs typeface="Avenir" charset="0"/>
                <a:sym typeface="Avenir Roman" charset="0"/>
              </a:rPr>
              <a:t> </a:t>
            </a:r>
            <a:r>
              <a:rPr lang="en-US" sz="2400" kern="1200" dirty="0" err="1">
                <a:solidFill>
                  <a:srgbClr val="000000"/>
                </a:solidFill>
                <a:effectLst/>
                <a:latin typeface="Avenir" charset="0"/>
                <a:ea typeface="Avenir" charset="0"/>
                <a:cs typeface="Avenir" charset="0"/>
                <a:sym typeface="Avenir Roman" charset="0"/>
              </a:rPr>
              <a:t>en</a:t>
            </a:r>
            <a:r>
              <a:rPr lang="en-US" sz="2400" kern="1200" dirty="0">
                <a:solidFill>
                  <a:srgbClr val="000000"/>
                </a:solidFill>
                <a:effectLst/>
                <a:latin typeface="Avenir" charset="0"/>
                <a:ea typeface="Avenir" charset="0"/>
                <a:cs typeface="Avenir" charset="0"/>
                <a:sym typeface="Avenir Roman" charset="0"/>
              </a:rPr>
              <a:t> </a:t>
            </a:r>
            <a:r>
              <a:rPr lang="en-US" sz="2400" kern="1200" dirty="0" err="1">
                <a:solidFill>
                  <a:srgbClr val="000000"/>
                </a:solidFill>
                <a:effectLst/>
                <a:latin typeface="Avenir" charset="0"/>
                <a:ea typeface="Avenir" charset="0"/>
                <a:cs typeface="Avenir" charset="0"/>
                <a:sym typeface="Avenir Roman" charset="0"/>
              </a:rPr>
              <a:t>cada</a:t>
            </a:r>
            <a:r>
              <a:rPr lang="en-US" sz="2400" kern="1200" dirty="0">
                <a:solidFill>
                  <a:srgbClr val="000000"/>
                </a:solidFill>
                <a:effectLst/>
                <a:latin typeface="Avenir" charset="0"/>
                <a:ea typeface="Avenir" charset="0"/>
                <a:cs typeface="Avenir" charset="0"/>
                <a:sym typeface="Avenir Roman" charset="0"/>
              </a:rPr>
              <a:t> sprint."</a:t>
            </a:r>
            <a:br>
              <a:rPr lang="en-US" sz="2400" kern="1200" dirty="0">
                <a:solidFill>
                  <a:srgbClr val="000000"/>
                </a:solidFill>
                <a:effectLst/>
                <a:latin typeface="Avenir" charset="0"/>
                <a:ea typeface="Avenir" charset="0"/>
                <a:cs typeface="Avenir" charset="0"/>
                <a:sym typeface="Avenir Roman" charset="0"/>
              </a:rPr>
            </a:br>
            <a:br>
              <a:rPr lang="en-US" sz="2400" kern="1200" dirty="0">
                <a:solidFill>
                  <a:srgbClr val="000000"/>
                </a:solidFill>
                <a:effectLst/>
                <a:latin typeface="Avenir" charset="0"/>
                <a:ea typeface="Avenir" charset="0"/>
                <a:cs typeface="Avenir" charset="0"/>
                <a:sym typeface="Avenir Roman" charset="0"/>
              </a:rPr>
            </a:br>
            <a:r>
              <a:rPr lang="en-US" sz="2400" kern="1200" dirty="0">
                <a:solidFill>
                  <a:srgbClr val="000000"/>
                </a:solidFill>
                <a:effectLst/>
                <a:latin typeface="Avenir" charset="0"/>
                <a:ea typeface="Avenir" charset="0"/>
                <a:cs typeface="Avenir" charset="0"/>
                <a:sym typeface="Avenir Roman" charset="0"/>
              </a:rPr>
              <a:t>[P2] "Y para </a:t>
            </a:r>
            <a:r>
              <a:rPr lang="en-US" sz="2400" kern="1200" dirty="0" err="1">
                <a:solidFill>
                  <a:srgbClr val="000000"/>
                </a:solidFill>
                <a:effectLst/>
                <a:latin typeface="Avenir" charset="0"/>
                <a:ea typeface="Avenir" charset="0"/>
                <a:cs typeface="Avenir" charset="0"/>
                <a:sym typeface="Avenir Roman" charset="0"/>
              </a:rPr>
              <a:t>organizarnos</a:t>
            </a:r>
            <a:r>
              <a:rPr lang="en-US" sz="2400" kern="1200" dirty="0">
                <a:solidFill>
                  <a:srgbClr val="000000"/>
                </a:solidFill>
                <a:effectLst/>
                <a:latin typeface="Avenir" charset="0"/>
                <a:ea typeface="Avenir" charset="0"/>
                <a:cs typeface="Avenir" charset="0"/>
                <a:sym typeface="Avenir Roman" charset="0"/>
              </a:rPr>
              <a:t>, </a:t>
            </a:r>
            <a:r>
              <a:rPr lang="en-US" sz="2400" kern="1200" dirty="0" err="1">
                <a:solidFill>
                  <a:srgbClr val="000000"/>
                </a:solidFill>
                <a:effectLst/>
                <a:latin typeface="Avenir" charset="0"/>
                <a:ea typeface="Avenir" charset="0"/>
                <a:cs typeface="Avenir" charset="0"/>
                <a:sym typeface="Avenir Roman" charset="0"/>
              </a:rPr>
              <a:t>trabajamos</a:t>
            </a:r>
            <a:r>
              <a:rPr lang="en-US" sz="2400" kern="1200" dirty="0">
                <a:solidFill>
                  <a:srgbClr val="000000"/>
                </a:solidFill>
                <a:effectLst/>
                <a:latin typeface="Avenir" charset="0"/>
                <a:ea typeface="Avenir" charset="0"/>
                <a:cs typeface="Avenir" charset="0"/>
                <a:sym typeface="Avenir Roman" charset="0"/>
              </a:rPr>
              <a:t> 7 Sprints </a:t>
            </a:r>
            <a:r>
              <a:rPr lang="en-US" sz="2400" kern="1200" dirty="0" err="1">
                <a:solidFill>
                  <a:srgbClr val="000000"/>
                </a:solidFill>
                <a:effectLst/>
                <a:latin typeface="Avenir" charset="0"/>
                <a:ea typeface="Avenir" charset="0"/>
                <a:cs typeface="Avenir" charset="0"/>
                <a:sym typeface="Avenir Roman" charset="0"/>
              </a:rPr>
              <a:t>semanales</a:t>
            </a:r>
            <a:r>
              <a:rPr lang="en-US" sz="2400" kern="1200" dirty="0">
                <a:solidFill>
                  <a:srgbClr val="000000"/>
                </a:solidFill>
                <a:effectLst/>
                <a:latin typeface="Avenir" charset="0"/>
                <a:ea typeface="Avenir" charset="0"/>
                <a:cs typeface="Avenir" charset="0"/>
                <a:sym typeface="Avenir Roman" charset="0"/>
              </a:rPr>
              <a:t> bajo Scrum, con backlog, </a:t>
            </a:r>
            <a:r>
              <a:rPr lang="en-US" sz="2400" kern="1200" dirty="0" err="1">
                <a:solidFill>
                  <a:srgbClr val="000000"/>
                </a:solidFill>
                <a:effectLst/>
                <a:latin typeface="Avenir" charset="0"/>
                <a:ea typeface="Avenir" charset="0"/>
                <a:cs typeface="Avenir" charset="0"/>
                <a:sym typeface="Avenir Roman" charset="0"/>
              </a:rPr>
              <a:t>historias</a:t>
            </a:r>
            <a:r>
              <a:rPr lang="en-US" sz="2400" kern="1200" dirty="0">
                <a:solidFill>
                  <a:srgbClr val="000000"/>
                </a:solidFill>
                <a:effectLst/>
                <a:latin typeface="Avenir" charset="0"/>
                <a:ea typeface="Avenir" charset="0"/>
                <a:cs typeface="Avenir" charset="0"/>
                <a:sym typeface="Avenir Roman" charset="0"/>
              </a:rPr>
              <a:t> de </a:t>
            </a:r>
            <a:r>
              <a:rPr lang="en-US" sz="2400" kern="1200" dirty="0" err="1">
                <a:solidFill>
                  <a:srgbClr val="000000"/>
                </a:solidFill>
                <a:effectLst/>
                <a:latin typeface="Avenir" charset="0"/>
                <a:ea typeface="Avenir" charset="0"/>
                <a:cs typeface="Avenir" charset="0"/>
                <a:sym typeface="Avenir Roman" charset="0"/>
              </a:rPr>
              <a:t>usuario</a:t>
            </a:r>
            <a:r>
              <a:rPr lang="en-US" sz="2400" kern="1200" dirty="0">
                <a:solidFill>
                  <a:srgbClr val="000000"/>
                </a:solidFill>
                <a:effectLst/>
                <a:latin typeface="Avenir" charset="0"/>
                <a:ea typeface="Avenir" charset="0"/>
                <a:cs typeface="Avenir" charset="0"/>
                <a:sym typeface="Avenir Roman" charset="0"/>
              </a:rPr>
              <a:t>, y </a:t>
            </a:r>
            <a:r>
              <a:rPr lang="en-US" sz="2400" kern="1200" dirty="0" err="1">
                <a:solidFill>
                  <a:srgbClr val="000000"/>
                </a:solidFill>
                <a:effectLst/>
                <a:latin typeface="Avenir" charset="0"/>
                <a:ea typeface="Avenir" charset="0"/>
                <a:cs typeface="Avenir" charset="0"/>
                <a:sym typeface="Avenir Roman" charset="0"/>
              </a:rPr>
              <a:t>definición</a:t>
            </a:r>
            <a:r>
              <a:rPr lang="en-US" sz="2400" kern="1200" dirty="0">
                <a:solidFill>
                  <a:srgbClr val="000000"/>
                </a:solidFill>
                <a:effectLst/>
                <a:latin typeface="Avenir" charset="0"/>
                <a:ea typeface="Avenir" charset="0"/>
                <a:cs typeface="Avenir" charset="0"/>
                <a:sym typeface="Avenir Roman" charset="0"/>
              </a:rPr>
              <a:t> de Done para </a:t>
            </a:r>
            <a:r>
              <a:rPr lang="en-US" sz="2400" kern="1200" dirty="0" err="1">
                <a:solidFill>
                  <a:srgbClr val="000000"/>
                </a:solidFill>
                <a:effectLst/>
                <a:latin typeface="Avenir" charset="0"/>
                <a:ea typeface="Avenir" charset="0"/>
                <a:cs typeface="Avenir" charset="0"/>
                <a:sym typeface="Avenir Roman" charset="0"/>
              </a:rPr>
              <a:t>cada</a:t>
            </a:r>
            <a:r>
              <a:rPr lang="en-US" sz="2400" kern="1200" dirty="0">
                <a:solidFill>
                  <a:srgbClr val="000000"/>
                </a:solidFill>
                <a:effectLst/>
                <a:latin typeface="Avenir" charset="0"/>
                <a:ea typeface="Avenir" charset="0"/>
                <a:cs typeface="Avenir" charset="0"/>
                <a:sym typeface="Avenir Roman" charset="0"/>
              </a:rPr>
              <a:t> </a:t>
            </a:r>
            <a:r>
              <a:rPr lang="en-US" sz="2400" kern="1200" dirty="0" err="1">
                <a:solidFill>
                  <a:srgbClr val="000000"/>
                </a:solidFill>
                <a:effectLst/>
                <a:latin typeface="Avenir" charset="0"/>
                <a:ea typeface="Avenir" charset="0"/>
                <a:cs typeface="Avenir" charset="0"/>
                <a:sym typeface="Avenir Roman" charset="0"/>
              </a:rPr>
              <a:t>entregable</a:t>
            </a:r>
            <a:r>
              <a:rPr lang="en-US" sz="2400" kern="1200" dirty="0">
                <a:solidFill>
                  <a:srgbClr val="000000"/>
                </a:solidFill>
                <a:effectLst/>
                <a:latin typeface="Avenir" charset="0"/>
                <a:ea typeface="Avenir" charset="0"/>
                <a:cs typeface="Avenir" charset="0"/>
                <a:sym typeface="Avenir Roman" charset="0"/>
              </a:rPr>
              <a:t>. La </a:t>
            </a:r>
            <a:r>
              <a:rPr lang="en-US" sz="2400" kern="1200" dirty="0" err="1">
                <a:solidFill>
                  <a:srgbClr val="000000"/>
                </a:solidFill>
                <a:effectLst/>
                <a:latin typeface="Avenir" charset="0"/>
                <a:ea typeface="Avenir" charset="0"/>
                <a:cs typeface="Avenir" charset="0"/>
                <a:sym typeface="Avenir Roman" charset="0"/>
              </a:rPr>
              <a:t>combinación</a:t>
            </a:r>
            <a:r>
              <a:rPr lang="en-US" sz="2400" kern="1200" dirty="0">
                <a:solidFill>
                  <a:srgbClr val="000000"/>
                </a:solidFill>
                <a:effectLst/>
                <a:latin typeface="Avenir" charset="0"/>
                <a:ea typeface="Avenir" charset="0"/>
                <a:cs typeface="Avenir" charset="0"/>
                <a:sym typeface="Avenir Roman" charset="0"/>
              </a:rPr>
              <a:t> Scrum + Lean </a:t>
            </a:r>
            <a:r>
              <a:rPr lang="en-US" sz="2400" kern="1200" dirty="0" err="1">
                <a:solidFill>
                  <a:srgbClr val="000000"/>
                </a:solidFill>
                <a:effectLst/>
                <a:latin typeface="Avenir" charset="0"/>
                <a:ea typeface="Avenir" charset="0"/>
                <a:cs typeface="Avenir" charset="0"/>
                <a:sym typeface="Avenir Roman" charset="0"/>
              </a:rPr>
              <a:t>nos</a:t>
            </a:r>
            <a:r>
              <a:rPr lang="en-US" sz="2400" kern="1200" dirty="0">
                <a:solidFill>
                  <a:srgbClr val="000000"/>
                </a:solidFill>
                <a:effectLst/>
                <a:latin typeface="Avenir" charset="0"/>
                <a:ea typeface="Avenir" charset="0"/>
                <a:cs typeface="Avenir" charset="0"/>
                <a:sym typeface="Avenir Roman" charset="0"/>
              </a:rPr>
              <a:t> </a:t>
            </a:r>
            <a:r>
              <a:rPr lang="en-US" sz="2400" kern="1200" dirty="0" err="1">
                <a:solidFill>
                  <a:srgbClr val="000000"/>
                </a:solidFill>
                <a:effectLst/>
                <a:latin typeface="Avenir" charset="0"/>
                <a:ea typeface="Avenir" charset="0"/>
                <a:cs typeface="Avenir" charset="0"/>
                <a:sym typeface="Avenir Roman" charset="0"/>
              </a:rPr>
              <a:t>mantuvo</a:t>
            </a:r>
            <a:r>
              <a:rPr lang="en-US" sz="2400" kern="1200" dirty="0">
                <a:solidFill>
                  <a:srgbClr val="000000"/>
                </a:solidFill>
                <a:effectLst/>
                <a:latin typeface="Avenir" charset="0"/>
                <a:ea typeface="Avenir" charset="0"/>
                <a:cs typeface="Avenir" charset="0"/>
                <a:sym typeface="Avenir Roman" charset="0"/>
              </a:rPr>
              <a:t> </a:t>
            </a:r>
            <a:r>
              <a:rPr lang="en-US" sz="2400" kern="1200" dirty="0" err="1">
                <a:solidFill>
                  <a:srgbClr val="000000"/>
                </a:solidFill>
                <a:effectLst/>
                <a:latin typeface="Avenir" charset="0"/>
                <a:ea typeface="Avenir" charset="0"/>
                <a:cs typeface="Avenir" charset="0"/>
                <a:sym typeface="Avenir Roman" charset="0"/>
              </a:rPr>
              <a:t>alineados</a:t>
            </a:r>
            <a:r>
              <a:rPr lang="en-US" sz="2400" kern="1200" dirty="0">
                <a:solidFill>
                  <a:srgbClr val="000000"/>
                </a:solidFill>
                <a:effectLst/>
                <a:latin typeface="Avenir" charset="0"/>
                <a:ea typeface="Avenir" charset="0"/>
                <a:cs typeface="Avenir" charset="0"/>
                <a:sym typeface="Avenir Roman" charset="0"/>
              </a:rPr>
              <a:t> </a:t>
            </a:r>
            <a:r>
              <a:rPr lang="en-US" sz="2400" kern="1200" dirty="0" err="1">
                <a:solidFill>
                  <a:srgbClr val="000000"/>
                </a:solidFill>
                <a:effectLst/>
                <a:latin typeface="Avenir" charset="0"/>
                <a:ea typeface="Avenir" charset="0"/>
                <a:cs typeface="Avenir" charset="0"/>
                <a:sym typeface="Avenir Roman" charset="0"/>
              </a:rPr>
              <a:t>durante</a:t>
            </a:r>
            <a:r>
              <a:rPr lang="en-US" sz="2400" kern="1200" dirty="0">
                <a:solidFill>
                  <a:srgbClr val="000000"/>
                </a:solidFill>
                <a:effectLst/>
                <a:latin typeface="Avenir" charset="0"/>
                <a:ea typeface="Avenir" charset="0"/>
                <a:cs typeface="Avenir" charset="0"/>
                <a:sym typeface="Avenir Roman" charset="0"/>
              </a:rPr>
              <a:t> </a:t>
            </a:r>
            <a:r>
              <a:rPr lang="en-US" sz="2400" kern="1200" dirty="0" err="1">
                <a:solidFill>
                  <a:srgbClr val="000000"/>
                </a:solidFill>
                <a:effectLst/>
                <a:latin typeface="Avenir" charset="0"/>
                <a:ea typeface="Avenir" charset="0"/>
                <a:cs typeface="Avenir" charset="0"/>
                <a:sym typeface="Avenir Roman" charset="0"/>
              </a:rPr>
              <a:t>todo</a:t>
            </a:r>
            <a:r>
              <a:rPr lang="en-US" sz="2400" kern="1200" dirty="0">
                <a:solidFill>
                  <a:srgbClr val="000000"/>
                </a:solidFill>
                <a:effectLst/>
                <a:latin typeface="Avenir" charset="0"/>
                <a:ea typeface="Avenir" charset="0"/>
                <a:cs typeface="Avenir" charset="0"/>
                <a:sym typeface="Avenir Roman" charset="0"/>
              </a:rPr>
              <a:t> </a:t>
            </a:r>
            <a:r>
              <a:rPr lang="en-US" sz="2400" kern="1200" dirty="0" err="1">
                <a:solidFill>
                  <a:srgbClr val="000000"/>
                </a:solidFill>
                <a:effectLst/>
                <a:latin typeface="Avenir" charset="0"/>
                <a:ea typeface="Avenir" charset="0"/>
                <a:cs typeface="Avenir" charset="0"/>
                <a:sym typeface="Avenir Roman" charset="0"/>
              </a:rPr>
              <a:t>el</a:t>
            </a:r>
            <a:r>
              <a:rPr lang="en-US" sz="2400" kern="1200" dirty="0">
                <a:solidFill>
                  <a:srgbClr val="000000"/>
                </a:solidFill>
                <a:effectLst/>
                <a:latin typeface="Avenir" charset="0"/>
                <a:ea typeface="Avenir" charset="0"/>
                <a:cs typeface="Avenir" charset="0"/>
                <a:sym typeface="Avenir Roman" charset="0"/>
              </a:rPr>
              <a:t> </a:t>
            </a:r>
            <a:r>
              <a:rPr lang="en-US" sz="2400" kern="1200" dirty="0" err="1">
                <a:solidFill>
                  <a:srgbClr val="000000"/>
                </a:solidFill>
                <a:effectLst/>
                <a:latin typeface="Avenir" charset="0"/>
                <a:ea typeface="Avenir" charset="0"/>
                <a:cs typeface="Avenir" charset="0"/>
                <a:sym typeface="Avenir Roman" charset="0"/>
              </a:rPr>
              <a:t>desarrollo</a:t>
            </a:r>
            <a:r>
              <a:rPr lang="en-US" sz="2400" kern="1200" dirty="0">
                <a:solidFill>
                  <a:srgbClr val="000000"/>
                </a:solidFill>
                <a:effectLst/>
                <a:latin typeface="Avenir" charset="0"/>
                <a:ea typeface="Avenir" charset="0"/>
                <a:cs typeface="Avenir" charset="0"/>
                <a:sym typeface="Avenir Roman" charset="0"/>
              </a:rPr>
              <a:t>."</a:t>
            </a:r>
            <a:br>
              <a:rPr lang="en-US" sz="2400" kern="1200" dirty="0">
                <a:solidFill>
                  <a:srgbClr val="000000"/>
                </a:solidFill>
                <a:effectLst/>
                <a:latin typeface="Avenir" charset="0"/>
                <a:ea typeface="Avenir" charset="0"/>
                <a:cs typeface="Avenir" charset="0"/>
                <a:sym typeface="Avenir Roman" charset="0"/>
              </a:rPr>
            </a:br>
            <a:br>
              <a:rPr lang="en-US" sz="2400" kern="1200" dirty="0">
                <a:solidFill>
                  <a:srgbClr val="000000"/>
                </a:solidFill>
                <a:effectLst/>
                <a:latin typeface="Avenir" charset="0"/>
                <a:ea typeface="Avenir" charset="0"/>
                <a:cs typeface="Avenir" charset="0"/>
                <a:sym typeface="Avenir Roman" charset="0"/>
              </a:rPr>
            </a:br>
            <a:r>
              <a:rPr lang="en-US" sz="2400" kern="1200" dirty="0">
                <a:solidFill>
                  <a:srgbClr val="000000"/>
                </a:solidFill>
                <a:effectLst/>
                <a:latin typeface="Avenir" charset="0"/>
                <a:ea typeface="Avenir" charset="0"/>
                <a:cs typeface="Avenir" charset="0"/>
                <a:sym typeface="Avenir Roman" charset="0"/>
              </a:rPr>
              <a:t>⏱ ~1:30 min.</a:t>
            </a:r>
            <a:endParaRPr lang="en-US" dirty="0">
              <a:effectLst/>
            </a:endParaRPr>
          </a:p>
        </p:txBody>
      </p:sp>
    </p:spTree>
    <p:extLst>
      <p:ext uri="{BB962C8B-B14F-4D97-AF65-F5344CB8AC3E}">
        <p14:creationId xmlns:p14="http://schemas.microsoft.com/office/powerpoint/2010/main" val="2732626308"/>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457200" rtl="0" eaLnBrk="0" fontAlgn="base" latinLnBrk="0" hangingPunct="0">
              <a:lnSpc>
                <a:spcPct val="125000"/>
              </a:lnSpc>
              <a:spcBef>
                <a:spcPct val="0"/>
              </a:spcBef>
              <a:spcAft>
                <a:spcPct val="0"/>
              </a:spcAft>
              <a:buClrTx/>
              <a:buSzTx/>
              <a:buFont typeface="Arial" panose="020B0604020202020204" pitchFamily="34" charset="0"/>
              <a:buNone/>
              <a:tabLst/>
              <a:defRPr/>
            </a:pPr>
            <a:r>
              <a:rPr lang="es-ES" dirty="0"/>
              <a:t>CARLOS</a:t>
            </a:r>
          </a:p>
          <a:p>
            <a:pPr marL="0" marR="0" lvl="0" indent="0" algn="l" defTabSz="457200" rtl="0" eaLnBrk="0" fontAlgn="base" latinLnBrk="0" hangingPunct="0">
              <a:lnSpc>
                <a:spcPct val="125000"/>
              </a:lnSpc>
              <a:spcBef>
                <a:spcPct val="0"/>
              </a:spcBef>
              <a:spcAft>
                <a:spcPct val="0"/>
              </a:spcAft>
              <a:buClrTx/>
              <a:buSzTx/>
              <a:buFont typeface="Arial" panose="020B0604020202020204" pitchFamily="34" charset="0"/>
              <a:buNone/>
              <a:tabLst/>
              <a:defRPr/>
            </a:pPr>
            <a:r>
              <a:rPr lang="es-ES" dirty="0"/>
              <a:t>[P2] "El diagrama de la derecha muestra nuestra Arquitectura Hexagonal. El hexágono azul central es </a:t>
            </a:r>
            <a:r>
              <a:rPr lang="es-ES" dirty="0" err="1"/>
              <a:t>NestJS</a:t>
            </a:r>
            <a:r>
              <a:rPr lang="es-ES" dirty="0"/>
              <a:t> — el orquestador que conecta todos los servicios sin que ninguno dependa directamente del otro." </a:t>
            </a:r>
          </a:p>
          <a:p>
            <a:pPr marL="0" marR="0" lvl="0" indent="0" algn="l" defTabSz="457200" rtl="0" eaLnBrk="0" fontAlgn="base" latinLnBrk="0" hangingPunct="0">
              <a:lnSpc>
                <a:spcPct val="125000"/>
              </a:lnSpc>
              <a:spcBef>
                <a:spcPct val="0"/>
              </a:spcBef>
              <a:spcAft>
                <a:spcPct val="0"/>
              </a:spcAft>
              <a:buClrTx/>
              <a:buSzTx/>
              <a:buFont typeface="Arial" panose="020B0604020202020204" pitchFamily="34" charset="0"/>
              <a:buNone/>
              <a:tabLst/>
              <a:defRPr/>
            </a:pPr>
            <a:endParaRPr lang="es-ES" dirty="0"/>
          </a:p>
          <a:p>
            <a:pPr marL="0" marR="0" lvl="0" indent="0" algn="l" defTabSz="457200" rtl="0" eaLnBrk="0" fontAlgn="base" latinLnBrk="0" hangingPunct="0">
              <a:lnSpc>
                <a:spcPct val="125000"/>
              </a:lnSpc>
              <a:spcBef>
                <a:spcPct val="0"/>
              </a:spcBef>
              <a:spcAft>
                <a:spcPct val="0"/>
              </a:spcAft>
              <a:buClrTx/>
              <a:buSzTx/>
              <a:buFont typeface="Arial" panose="020B0604020202020204" pitchFamily="34" charset="0"/>
              <a:buNone/>
              <a:tabLst/>
              <a:defRPr/>
            </a:pPr>
            <a:r>
              <a:rPr lang="es-ES" dirty="0"/>
              <a:t>[P1] "La clave está en el Motor </a:t>
            </a:r>
            <a:r>
              <a:rPr lang="es-ES" dirty="0" err="1"/>
              <a:t>Solver</a:t>
            </a:r>
            <a:r>
              <a:rPr lang="es-ES" dirty="0"/>
              <a:t>: el hexágono naranja es Python con </a:t>
            </a:r>
            <a:r>
              <a:rPr lang="es-ES" dirty="0" err="1"/>
              <a:t>SciPy</a:t>
            </a:r>
            <a:r>
              <a:rPr lang="es-ES" dirty="0"/>
              <a:t> corriendo el algoritmo Simplex. Los modelos de lenguaje como </a:t>
            </a:r>
            <a:r>
              <a:rPr lang="es-ES" dirty="0" err="1"/>
              <a:t>ChatGPT</a:t>
            </a:r>
            <a:r>
              <a:rPr lang="es-ES" dirty="0"/>
              <a:t> alucinan, lo cual sería mortal en nutrición animal. Por eso </a:t>
            </a:r>
            <a:r>
              <a:rPr lang="es-ES" dirty="0" err="1"/>
              <a:t>LangChain</a:t>
            </a:r>
            <a:r>
              <a:rPr lang="es-ES" dirty="0"/>
              <a:t> — el morado — solo entiende al ganadero y traduce su pregunta, pero el número de la ración SIEMPRE lo calcula el Simplex determinista." </a:t>
            </a:r>
          </a:p>
          <a:p>
            <a:pPr marL="0" marR="0" lvl="0" indent="0" algn="l" defTabSz="457200" rtl="0" eaLnBrk="0" fontAlgn="base" latinLnBrk="0" hangingPunct="0">
              <a:lnSpc>
                <a:spcPct val="125000"/>
              </a:lnSpc>
              <a:spcBef>
                <a:spcPct val="0"/>
              </a:spcBef>
              <a:spcAft>
                <a:spcPct val="0"/>
              </a:spcAft>
              <a:buClrTx/>
              <a:buSzTx/>
              <a:buFont typeface="Arial" panose="020B0604020202020204" pitchFamily="34" charset="0"/>
              <a:buNone/>
              <a:tabLst/>
              <a:defRPr/>
            </a:pPr>
            <a:endParaRPr lang="es-ES" dirty="0"/>
          </a:p>
          <a:p>
            <a:pPr marL="0" marR="0" lvl="0" indent="0" algn="l" defTabSz="457200" rtl="0" eaLnBrk="0" fontAlgn="base" latinLnBrk="0" hangingPunct="0">
              <a:lnSpc>
                <a:spcPct val="125000"/>
              </a:lnSpc>
              <a:spcBef>
                <a:spcPct val="0"/>
              </a:spcBef>
              <a:spcAft>
                <a:spcPct val="0"/>
              </a:spcAft>
              <a:buClrTx/>
              <a:buSzTx/>
              <a:buFont typeface="Arial" panose="020B0604020202020204" pitchFamily="34" charset="0"/>
              <a:buNone/>
              <a:tabLst/>
              <a:defRPr/>
            </a:pPr>
            <a:r>
              <a:rPr lang="es-ES" dirty="0"/>
              <a:t>[P3] "Y el hexágono verde es el </a:t>
            </a:r>
            <a:r>
              <a:rPr lang="es-ES" dirty="0" err="1"/>
              <a:t>Guardrail</a:t>
            </a:r>
            <a:r>
              <a:rPr lang="es-ES" dirty="0"/>
              <a:t> NRC: antes de entregar cualquier resultado, el sistema verifica que todas las restricciones nutricionales del </a:t>
            </a:r>
            <a:r>
              <a:rPr lang="es-ES" dirty="0" err="1"/>
              <a:t>National</a:t>
            </a:r>
            <a:r>
              <a:rPr lang="es-ES" dirty="0"/>
              <a:t> </a:t>
            </a:r>
            <a:r>
              <a:rPr lang="es-ES" dirty="0" err="1"/>
              <a:t>Research</a:t>
            </a:r>
            <a:r>
              <a:rPr lang="es-ES" dirty="0"/>
              <a:t> Council estén cumplidas. Si no se cumplen, el resultado se bloquea. Cero riesgos biológicos." ⏱ ~1:30 min.</a:t>
            </a:r>
            <a:endParaRPr lang="en-US" dirty="0"/>
          </a:p>
        </p:txBody>
      </p:sp>
    </p:spTree>
    <p:extLst>
      <p:ext uri="{BB962C8B-B14F-4D97-AF65-F5344CB8AC3E}">
        <p14:creationId xmlns:p14="http://schemas.microsoft.com/office/powerpoint/2010/main" val="1081966394"/>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FE2CCF5-EBB0-72AF-A567-90AD28B38C6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C8F680A-1BC1-D759-EB87-3D89F160868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A0123C0-7DF8-F359-B9FA-BCB03F4211B6}"/>
              </a:ext>
            </a:extLst>
          </p:cNvPr>
          <p:cNvSpPr>
            <a:spLocks noGrp="1"/>
          </p:cNvSpPr>
          <p:nvPr>
            <p:ph type="body" idx="1"/>
          </p:nvPr>
        </p:nvSpPr>
        <p:spPr/>
        <p:txBody>
          <a:bodyPr/>
          <a:lstStyle/>
          <a:p>
            <a:pPr marL="0" indent="0">
              <a:buFont typeface="Arial" panose="020B0604020202020204" pitchFamily="34" charset="0"/>
              <a:buNone/>
            </a:pPr>
            <a:r>
              <a:rPr lang="es-ES" dirty="0"/>
              <a:t>LEO – &gt;&gt;&gt;DEPUES DE ESTA VA LA DEMOSTRACIÓN&lt;&lt;&lt;</a:t>
            </a:r>
          </a:p>
          <a:p>
            <a:pPr marL="0" indent="0">
              <a:buFont typeface="Arial" panose="020B0604020202020204" pitchFamily="34" charset="0"/>
              <a:buNone/>
            </a:pPr>
            <a:endParaRPr lang="es-ES" dirty="0"/>
          </a:p>
          <a:p>
            <a:pPr marL="0" indent="0">
              <a:buFont typeface="Arial" panose="020B0604020202020204" pitchFamily="34" charset="0"/>
              <a:buNone/>
            </a:pPr>
            <a:r>
              <a:rPr lang="es-ES" dirty="0"/>
              <a:t>[P3] "Llegó el momento de ver la herramienta en acción. El diagrama muestra los tres módulos integrados del prototipo." </a:t>
            </a:r>
          </a:p>
          <a:p>
            <a:pPr marL="0" indent="0">
              <a:buFont typeface="Arial" panose="020B0604020202020204" pitchFamily="34" charset="0"/>
              <a:buNone/>
            </a:pPr>
            <a:endParaRPr lang="es-ES" dirty="0"/>
          </a:p>
          <a:p>
            <a:pPr marL="0" indent="0">
              <a:buFont typeface="Arial" panose="020B0604020202020204" pitchFamily="34" charset="0"/>
              <a:buNone/>
            </a:pPr>
            <a:r>
              <a:rPr lang="es-ES" dirty="0"/>
              <a:t>[P1] "El Módulo 1 — Gestión Operativa — permite al productor registrar digitalmente cada lote y el peso de su ganado desde el celular, sin papel. Con esa información el sistema establece el punto de partida para la optimización." </a:t>
            </a:r>
          </a:p>
          <a:p>
            <a:pPr marL="0" indent="0">
              <a:buFont typeface="Arial" panose="020B0604020202020204" pitchFamily="34" charset="0"/>
              <a:buNone/>
            </a:pPr>
            <a:endParaRPr lang="es-ES" dirty="0"/>
          </a:p>
          <a:p>
            <a:pPr marL="0" indent="0">
              <a:buFont typeface="Arial" panose="020B0604020202020204" pitchFamily="34" charset="0"/>
              <a:buNone/>
            </a:pPr>
            <a:r>
              <a:rPr lang="es-ES" dirty="0"/>
              <a:t>[P2] "El Módulo 2 — Optimización Dinámica — es el corazón del proyecto: en cuanto el usuario actualiza el precio del maíz, el </a:t>
            </a:r>
            <a:r>
              <a:rPr lang="es-ES" dirty="0" err="1"/>
              <a:t>Solver</a:t>
            </a:r>
            <a:r>
              <a:rPr lang="es-ES" dirty="0"/>
              <a:t> Simplex recalcula en menos de 5 minutos la dieta más económica posible, sin comprometer la nutrición." </a:t>
            </a:r>
          </a:p>
          <a:p>
            <a:pPr marL="0" indent="0">
              <a:buFont typeface="Arial" panose="020B0604020202020204" pitchFamily="34" charset="0"/>
              <a:buNone/>
            </a:pPr>
            <a:endParaRPr lang="es-ES" dirty="0"/>
          </a:p>
          <a:p>
            <a:pPr marL="0" indent="0">
              <a:buFont typeface="Arial" panose="020B0604020202020204" pitchFamily="34" charset="0"/>
              <a:buNone/>
            </a:pPr>
            <a:r>
              <a:rPr lang="es-ES" dirty="0"/>
              <a:t>[P3] "Y el Módulo 3 — </a:t>
            </a:r>
            <a:r>
              <a:rPr lang="es-ES" dirty="0" err="1"/>
              <a:t>Decision</a:t>
            </a:r>
            <a:r>
              <a:rPr lang="es-ES" dirty="0"/>
              <a:t> </a:t>
            </a:r>
            <a:r>
              <a:rPr lang="es-ES" dirty="0" err="1"/>
              <a:t>Copilot</a:t>
            </a:r>
            <a:r>
              <a:rPr lang="es-ES" dirty="0"/>
              <a:t> — permite al ganadero hacer preguntas en español. El sistema responde únicamente con citas del corpus NRC verificadas. Nunca inventa nada. (Aquí mostrar demo en vivo o video del </a:t>
            </a:r>
            <a:r>
              <a:rPr lang="es-ES" dirty="0" err="1"/>
              <a:t>dashboard</a:t>
            </a:r>
            <a:r>
              <a:rPr lang="es-ES" dirty="0"/>
              <a:t> en pantalla.)" </a:t>
            </a:r>
          </a:p>
          <a:p>
            <a:pPr marL="0" indent="0">
              <a:buFont typeface="Arial" panose="020B0604020202020204" pitchFamily="34" charset="0"/>
              <a:buNone/>
            </a:pPr>
            <a:endParaRPr lang="es-ES" dirty="0"/>
          </a:p>
          <a:p>
            <a:pPr marL="0" indent="0">
              <a:buFont typeface="Arial" panose="020B0604020202020204" pitchFamily="34" charset="0"/>
              <a:buNone/>
            </a:pPr>
            <a:r>
              <a:rPr lang="es-ES" dirty="0"/>
              <a:t>⏱ ~1:30 min.</a:t>
            </a:r>
          </a:p>
        </p:txBody>
      </p:sp>
    </p:spTree>
    <p:extLst>
      <p:ext uri="{BB962C8B-B14F-4D97-AF65-F5344CB8AC3E}">
        <p14:creationId xmlns:p14="http://schemas.microsoft.com/office/powerpoint/2010/main" val="658142354"/>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457200" rtl="0" eaLnBrk="0" fontAlgn="base" latinLnBrk="0" hangingPunct="0">
              <a:lnSpc>
                <a:spcPct val="125000"/>
              </a:lnSpc>
              <a:spcBef>
                <a:spcPct val="0"/>
              </a:spcBef>
              <a:spcAft>
                <a:spcPct val="0"/>
              </a:spcAft>
              <a:buClrTx/>
              <a:buSzTx/>
              <a:buFont typeface="Arial" panose="020B0604020202020204" pitchFamily="34" charset="0"/>
              <a:buNone/>
              <a:tabLst/>
              <a:defRPr/>
            </a:pPr>
            <a:r>
              <a:rPr lang="es-ES" sz="2400" kern="1200" dirty="0">
                <a:solidFill>
                  <a:srgbClr val="000000"/>
                </a:solidFill>
                <a:effectLst/>
                <a:latin typeface="Avenir" charset="0"/>
                <a:ea typeface="Avenir" charset="0"/>
                <a:cs typeface="Avenir" charset="0"/>
                <a:sym typeface="Avenir Roman" charset="0"/>
              </a:rPr>
              <a:t>LEO</a:t>
            </a:r>
          </a:p>
          <a:p>
            <a:pPr marL="0" marR="0" lvl="0" indent="0" algn="l" defTabSz="457200" rtl="0" eaLnBrk="0" fontAlgn="base" latinLnBrk="0" hangingPunct="0">
              <a:lnSpc>
                <a:spcPct val="125000"/>
              </a:lnSpc>
              <a:spcBef>
                <a:spcPct val="0"/>
              </a:spcBef>
              <a:spcAft>
                <a:spcPct val="0"/>
              </a:spcAft>
              <a:buClrTx/>
              <a:buSzTx/>
              <a:buFont typeface="Arial" panose="020B0604020202020204" pitchFamily="34" charset="0"/>
              <a:buNone/>
              <a:tabLst/>
              <a:defRPr/>
            </a:pPr>
            <a:r>
              <a:rPr lang="es-ES" sz="2400" kern="1200" dirty="0">
                <a:solidFill>
                  <a:srgbClr val="000000"/>
                </a:solidFill>
                <a:effectLst/>
                <a:latin typeface="Avenir" charset="0"/>
                <a:ea typeface="Avenir" charset="0"/>
                <a:cs typeface="Avenir" charset="0"/>
                <a:sym typeface="Avenir Roman" charset="0"/>
              </a:rPr>
              <a:t>Notas del Presentador (Guion): "Para validar el sistema, ejecutamos el Experimento A evaluando la dieta de un lote durante 90 días. Como pueden observar en la gráfica, la dieta tradicional tuvo un costo promedio de 80.49 pesos. En contraste, nuestro motor determinista logró reducir el costo a 60.16 pesos diarios. Esto representa un ahorro comprobado del 25.24%, superando ampliamente nuestra meta inicial."</a:t>
            </a:r>
            <a:br>
              <a:rPr lang="en-US" sz="2400" kern="1200" dirty="0">
                <a:solidFill>
                  <a:srgbClr val="000000"/>
                </a:solidFill>
                <a:effectLst/>
                <a:latin typeface="Avenir" charset="0"/>
                <a:ea typeface="Avenir" charset="0"/>
                <a:cs typeface="Avenir" charset="0"/>
                <a:sym typeface="Avenir Roman" charset="0"/>
              </a:rPr>
            </a:br>
            <a:r>
              <a:rPr lang="en-US" sz="2400" kern="1200" dirty="0">
                <a:solidFill>
                  <a:srgbClr val="000000"/>
                </a:solidFill>
                <a:effectLst/>
                <a:latin typeface="Avenir" charset="0"/>
                <a:ea typeface="Avenir" charset="0"/>
                <a:cs typeface="Avenir" charset="0"/>
                <a:sym typeface="Avenir Roman" charset="0"/>
              </a:rPr>
              <a:t>⏱ ~1:30 min.</a:t>
            </a:r>
            <a:endParaRPr lang="en-US" dirty="0">
              <a:effectLst/>
            </a:endParaRPr>
          </a:p>
          <a:p>
            <a:pPr marL="0" indent="0">
              <a:buFont typeface="Arial" panose="020B0604020202020204" pitchFamily="34" charset="0"/>
              <a:buNone/>
            </a:pPr>
            <a:endParaRPr lang="en-US" dirty="0"/>
          </a:p>
        </p:txBody>
      </p:sp>
    </p:spTree>
    <p:extLst>
      <p:ext uri="{BB962C8B-B14F-4D97-AF65-F5344CB8AC3E}">
        <p14:creationId xmlns:p14="http://schemas.microsoft.com/office/powerpoint/2010/main" val="3398601510"/>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D1B246A-B40B-F928-7B6F-4961F834968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12A6660-699A-9899-0045-C30C43532A6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6FA2EC8-6895-4572-F895-4BB665A9900C}"/>
              </a:ext>
            </a:extLst>
          </p:cNvPr>
          <p:cNvSpPr>
            <a:spLocks noGrp="1"/>
          </p:cNvSpPr>
          <p:nvPr>
            <p:ph type="body" idx="1"/>
          </p:nvPr>
        </p:nvSpPr>
        <p:spPr/>
        <p:txBody>
          <a:bodyPr/>
          <a:lstStyle/>
          <a:p>
            <a:pPr marL="0" marR="0" lvl="0" indent="0" algn="l" defTabSz="457200" rtl="0" eaLnBrk="0" fontAlgn="base" latinLnBrk="0" hangingPunct="0">
              <a:lnSpc>
                <a:spcPct val="125000"/>
              </a:lnSpc>
              <a:spcBef>
                <a:spcPct val="0"/>
              </a:spcBef>
              <a:spcAft>
                <a:spcPct val="0"/>
              </a:spcAft>
              <a:buClrTx/>
              <a:buSzTx/>
              <a:buFont typeface="Arial" panose="020B0604020202020204" pitchFamily="34" charset="0"/>
              <a:buNone/>
              <a:tabLst/>
              <a:defRPr/>
            </a:pPr>
            <a:r>
              <a:rPr lang="es-ES" sz="2400" kern="1200" dirty="0">
                <a:solidFill>
                  <a:srgbClr val="000000"/>
                </a:solidFill>
                <a:effectLst/>
                <a:latin typeface="Avenir" charset="0"/>
                <a:ea typeface="Avenir" charset="0"/>
                <a:cs typeface="Avenir" charset="0"/>
                <a:sym typeface="Avenir Roman" charset="0"/>
              </a:rPr>
              <a:t>LEO</a:t>
            </a:r>
          </a:p>
          <a:p>
            <a:pPr marL="0" marR="0" lvl="0" indent="0" algn="l" defTabSz="457200" rtl="0" eaLnBrk="0" fontAlgn="base" latinLnBrk="0" hangingPunct="0">
              <a:lnSpc>
                <a:spcPct val="125000"/>
              </a:lnSpc>
              <a:spcBef>
                <a:spcPct val="0"/>
              </a:spcBef>
              <a:spcAft>
                <a:spcPct val="0"/>
              </a:spcAft>
              <a:buClrTx/>
              <a:buSzTx/>
              <a:buFont typeface="Arial" panose="020B0604020202020204" pitchFamily="34" charset="0"/>
              <a:buNone/>
              <a:tabLst/>
              <a:defRPr/>
            </a:pPr>
            <a:r>
              <a:rPr lang="es-ES" sz="2400" kern="1200" dirty="0">
                <a:solidFill>
                  <a:srgbClr val="000000"/>
                </a:solidFill>
                <a:effectLst/>
                <a:latin typeface="Avenir" charset="0"/>
                <a:ea typeface="Avenir" charset="0"/>
                <a:cs typeface="Avenir" charset="0"/>
                <a:sym typeface="Avenir Roman" charset="0"/>
              </a:rPr>
              <a:t>Notas del Presentador (Guion): "Un ahorro económico no sirve si ponemos en riesgo al animal. Mediante el Experimento B, sometimos al orquestador a 100 pruebas de estrés (Red-</a:t>
            </a:r>
            <a:r>
              <a:rPr lang="es-ES" sz="2400" kern="1200" dirty="0" err="1">
                <a:solidFill>
                  <a:srgbClr val="000000"/>
                </a:solidFill>
                <a:effectLst/>
                <a:latin typeface="Avenir" charset="0"/>
                <a:ea typeface="Avenir" charset="0"/>
                <a:cs typeface="Avenir" charset="0"/>
                <a:sym typeface="Avenir Roman" charset="0"/>
              </a:rPr>
              <a:t>Teaming</a:t>
            </a:r>
            <a:r>
              <a:rPr lang="es-ES" sz="2400" kern="1200" dirty="0">
                <a:solidFill>
                  <a:srgbClr val="000000"/>
                </a:solidFill>
                <a:effectLst/>
                <a:latin typeface="Avenir" charset="0"/>
                <a:ea typeface="Avenir" charset="0"/>
                <a:cs typeface="Avenir" charset="0"/>
                <a:sym typeface="Avenir Roman" charset="0"/>
              </a:rPr>
              <a:t>). El resultado, visible en pantalla, confirma un 100% de respuestas fundamentadas en documentos técnicos y una tasa de cero fugas numéricas inseguras; es decir, el sistema jamás recomienda raciones sin la validación matemática previa.</a:t>
            </a:r>
            <a:endParaRPr lang="en-US" dirty="0"/>
          </a:p>
        </p:txBody>
      </p:sp>
    </p:spTree>
    <p:extLst>
      <p:ext uri="{BB962C8B-B14F-4D97-AF65-F5344CB8AC3E}">
        <p14:creationId xmlns:p14="http://schemas.microsoft.com/office/powerpoint/2010/main" val="3793429438"/>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AA24207-C49C-BD9B-AC1C-2A7FE5A7DBB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60A3B4D-4218-90D8-5E00-745BEAC0D78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2676D3E-9394-720A-F5EC-FFA3EB12D538}"/>
              </a:ext>
            </a:extLst>
          </p:cNvPr>
          <p:cNvSpPr>
            <a:spLocks noGrp="1"/>
          </p:cNvSpPr>
          <p:nvPr>
            <p:ph type="body" idx="1"/>
          </p:nvPr>
        </p:nvSpPr>
        <p:spPr/>
        <p:txBody>
          <a:bodyPr/>
          <a:lstStyle/>
          <a:p>
            <a:pPr marL="0" marR="0" lvl="0" indent="0" algn="l" defTabSz="457200" rtl="0" eaLnBrk="0" fontAlgn="base" latinLnBrk="0" hangingPunct="0">
              <a:lnSpc>
                <a:spcPct val="125000"/>
              </a:lnSpc>
              <a:spcBef>
                <a:spcPct val="0"/>
              </a:spcBef>
              <a:spcAft>
                <a:spcPct val="0"/>
              </a:spcAft>
              <a:buClrTx/>
              <a:buSzTx/>
              <a:buFont typeface="Arial" panose="020B0604020202020204" pitchFamily="34" charset="0"/>
              <a:buNone/>
              <a:tabLst/>
              <a:defRPr/>
            </a:pPr>
            <a:r>
              <a:rPr lang="es-ES" sz="2400" kern="1200" dirty="0">
                <a:solidFill>
                  <a:srgbClr val="000000"/>
                </a:solidFill>
                <a:effectLst/>
                <a:latin typeface="Avenir" charset="0"/>
                <a:ea typeface="Avenir" charset="0"/>
                <a:cs typeface="Avenir" charset="0"/>
                <a:sym typeface="Avenir Roman" charset="0"/>
              </a:rPr>
              <a:t>LEO</a:t>
            </a:r>
          </a:p>
          <a:p>
            <a:pPr marL="0" marR="0" lvl="0" indent="0" algn="l" defTabSz="457200" rtl="0" eaLnBrk="0" fontAlgn="base" latinLnBrk="0" hangingPunct="0">
              <a:lnSpc>
                <a:spcPct val="125000"/>
              </a:lnSpc>
              <a:spcBef>
                <a:spcPct val="0"/>
              </a:spcBef>
              <a:spcAft>
                <a:spcPct val="0"/>
              </a:spcAft>
              <a:buClrTx/>
              <a:buSzTx/>
              <a:buFont typeface="Arial" panose="020B0604020202020204" pitchFamily="34" charset="0"/>
              <a:buNone/>
              <a:tabLst/>
              <a:defRPr/>
            </a:pPr>
            <a:r>
              <a:rPr lang="es-ES" sz="2400" kern="1200" dirty="0">
                <a:solidFill>
                  <a:srgbClr val="000000"/>
                </a:solidFill>
                <a:effectLst/>
                <a:latin typeface="Avenir" charset="0"/>
                <a:ea typeface="Avenir" charset="0"/>
                <a:cs typeface="Avenir" charset="0"/>
                <a:sym typeface="Avenir Roman" charset="0"/>
              </a:rPr>
              <a:t>Notas del Presentador (Guion): "En resumen, Caporal AI cumple con sus indicadores clave: validamos la reducción de costos, el blindaje contra alucinaciones de la IA y un 100% de cobertura de citas técnicas. Hemos comprobado estadísticamente que desacoplar la IA generativa del </a:t>
            </a:r>
            <a:r>
              <a:rPr lang="es-ES" sz="2400" kern="1200" dirty="0" err="1">
                <a:solidFill>
                  <a:srgbClr val="000000"/>
                </a:solidFill>
                <a:effectLst/>
                <a:latin typeface="Avenir" charset="0"/>
                <a:ea typeface="Avenir" charset="0"/>
                <a:cs typeface="Avenir" charset="0"/>
                <a:sym typeface="Avenir Roman" charset="0"/>
              </a:rPr>
              <a:t>Solver</a:t>
            </a:r>
            <a:r>
              <a:rPr lang="es-ES" sz="2400" kern="1200" dirty="0">
                <a:solidFill>
                  <a:srgbClr val="000000"/>
                </a:solidFill>
                <a:effectLst/>
                <a:latin typeface="Avenir" charset="0"/>
                <a:ea typeface="Avenir" charset="0"/>
                <a:cs typeface="Avenir" charset="0"/>
                <a:sym typeface="Avenir Roman" charset="0"/>
              </a:rPr>
              <a:t> matemático es el camino seguro y ético para la innovación </a:t>
            </a:r>
            <a:r>
              <a:rPr lang="es-ES" sz="2400" kern="1200" dirty="0" err="1">
                <a:solidFill>
                  <a:srgbClr val="000000"/>
                </a:solidFill>
                <a:effectLst/>
                <a:latin typeface="Avenir" charset="0"/>
                <a:ea typeface="Avenir" charset="0"/>
                <a:cs typeface="Avenir" charset="0"/>
                <a:sym typeface="Avenir Roman" charset="0"/>
              </a:rPr>
              <a:t>Agrotech</a:t>
            </a:r>
            <a:r>
              <a:rPr lang="es-ES" sz="2400" kern="1200" dirty="0">
                <a:solidFill>
                  <a:srgbClr val="000000"/>
                </a:solidFill>
                <a:effectLst/>
                <a:latin typeface="Avenir" charset="0"/>
                <a:ea typeface="Avenir" charset="0"/>
                <a:cs typeface="Avenir" charset="0"/>
                <a:sym typeface="Avenir Roman" charset="0"/>
              </a:rPr>
              <a:t>.</a:t>
            </a:r>
            <a:endParaRPr lang="en-US" dirty="0"/>
          </a:p>
        </p:txBody>
      </p:sp>
    </p:spTree>
    <p:extLst>
      <p:ext uri="{BB962C8B-B14F-4D97-AF65-F5344CB8AC3E}">
        <p14:creationId xmlns:p14="http://schemas.microsoft.com/office/powerpoint/2010/main" val="28369404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indent="0">
              <a:buFont typeface="Arial" panose="020B0604020202020204" pitchFamily="34" charset="0"/>
              <a:buNone/>
            </a:pPr>
            <a:r>
              <a:rPr lang="es-ES" dirty="0"/>
              <a:t>AXEL, LEO</a:t>
            </a:r>
          </a:p>
          <a:p>
            <a:pPr marL="0" marR="0" lvl="0" indent="0" algn="l" defTabSz="457200" rtl="0" eaLnBrk="0" fontAlgn="base" latinLnBrk="0" hangingPunct="0">
              <a:lnSpc>
                <a:spcPct val="125000"/>
              </a:lnSpc>
              <a:spcBef>
                <a:spcPct val="0"/>
              </a:spcBef>
              <a:spcAft>
                <a:spcPct val="0"/>
              </a:spcAft>
              <a:buClrTx/>
              <a:buSzTx/>
              <a:buFont typeface="Arial" panose="020B0604020202020204" pitchFamily="34" charset="0"/>
              <a:buNone/>
              <a:tabLst/>
              <a:defRPr/>
            </a:pPr>
            <a:endParaRPr lang="en-US" sz="2400" kern="1200" dirty="0">
              <a:solidFill>
                <a:srgbClr val="000000"/>
              </a:solidFill>
              <a:effectLst/>
              <a:latin typeface="Avenir" charset="0"/>
              <a:ea typeface="Avenir" charset="0"/>
              <a:cs typeface="Avenir" charset="0"/>
              <a:sym typeface="Avenir Roman" charset="0"/>
            </a:endParaRPr>
          </a:p>
          <a:p>
            <a:pPr marL="0" marR="0" lvl="0" indent="0" algn="l" defTabSz="457200" rtl="0" eaLnBrk="0" fontAlgn="base" latinLnBrk="0" hangingPunct="0">
              <a:lnSpc>
                <a:spcPct val="125000"/>
              </a:lnSpc>
              <a:spcBef>
                <a:spcPct val="0"/>
              </a:spcBef>
              <a:spcAft>
                <a:spcPct val="0"/>
              </a:spcAft>
              <a:buClrTx/>
              <a:buSzTx/>
              <a:buFont typeface="Arial" panose="020B0604020202020204" pitchFamily="34" charset="0"/>
              <a:buNone/>
              <a:tabLst/>
              <a:defRPr/>
            </a:pPr>
            <a:r>
              <a:rPr lang="en-US" sz="2400" kern="1200" dirty="0">
                <a:solidFill>
                  <a:srgbClr val="000000"/>
                </a:solidFill>
                <a:effectLst/>
                <a:latin typeface="Avenir" charset="0"/>
                <a:ea typeface="Avenir" charset="0"/>
                <a:cs typeface="Avenir" charset="0"/>
                <a:sym typeface="Avenir Roman" charset="0"/>
              </a:rPr>
              <a:t>[P2] "En </a:t>
            </a:r>
            <a:r>
              <a:rPr lang="en-US" sz="2400" kern="1200" dirty="0" err="1">
                <a:solidFill>
                  <a:srgbClr val="000000"/>
                </a:solidFill>
                <a:effectLst/>
                <a:latin typeface="Avenir" charset="0"/>
                <a:ea typeface="Avenir" charset="0"/>
                <a:cs typeface="Avenir" charset="0"/>
                <a:sym typeface="Avenir Roman" charset="0"/>
              </a:rPr>
              <a:t>conclusión</a:t>
            </a:r>
            <a:r>
              <a:rPr lang="en-US" sz="2400" kern="1200" dirty="0">
                <a:solidFill>
                  <a:srgbClr val="000000"/>
                </a:solidFill>
                <a:effectLst/>
                <a:latin typeface="Avenir" charset="0"/>
                <a:ea typeface="Avenir" charset="0"/>
                <a:cs typeface="Avenir" charset="0"/>
                <a:sym typeface="Avenir Roman" charset="0"/>
              </a:rPr>
              <a:t>, Caporal AI </a:t>
            </a:r>
            <a:r>
              <a:rPr lang="en-US" sz="2400" kern="1200" dirty="0" err="1">
                <a:solidFill>
                  <a:srgbClr val="000000"/>
                </a:solidFill>
                <a:effectLst/>
                <a:latin typeface="Avenir" charset="0"/>
                <a:ea typeface="Avenir" charset="0"/>
                <a:cs typeface="Avenir" charset="0"/>
                <a:sym typeface="Avenir Roman" charset="0"/>
              </a:rPr>
              <a:t>trasciende</a:t>
            </a:r>
            <a:r>
              <a:rPr lang="en-US" sz="2400" kern="1200" dirty="0">
                <a:solidFill>
                  <a:srgbClr val="000000"/>
                </a:solidFill>
                <a:effectLst/>
                <a:latin typeface="Avenir" charset="0"/>
                <a:ea typeface="Avenir" charset="0"/>
                <a:cs typeface="Avenir" charset="0"/>
                <a:sym typeface="Avenir Roman" charset="0"/>
              </a:rPr>
              <a:t> </a:t>
            </a:r>
            <a:r>
              <a:rPr lang="en-US" sz="2400" kern="1200" dirty="0" err="1">
                <a:solidFill>
                  <a:srgbClr val="000000"/>
                </a:solidFill>
                <a:effectLst/>
                <a:latin typeface="Avenir" charset="0"/>
                <a:ea typeface="Avenir" charset="0"/>
                <a:cs typeface="Avenir" charset="0"/>
                <a:sym typeface="Avenir Roman" charset="0"/>
              </a:rPr>
              <a:t>el</a:t>
            </a:r>
            <a:r>
              <a:rPr lang="en-US" sz="2400" kern="1200" dirty="0">
                <a:solidFill>
                  <a:srgbClr val="000000"/>
                </a:solidFill>
                <a:effectLst/>
                <a:latin typeface="Avenir" charset="0"/>
                <a:ea typeface="Avenir" charset="0"/>
                <a:cs typeface="Avenir" charset="0"/>
                <a:sym typeface="Avenir Roman" charset="0"/>
              </a:rPr>
              <a:t> software de </a:t>
            </a:r>
            <a:r>
              <a:rPr lang="en-US" sz="2400" kern="1200" dirty="0" err="1">
                <a:solidFill>
                  <a:srgbClr val="000000"/>
                </a:solidFill>
                <a:effectLst/>
                <a:latin typeface="Avenir" charset="0"/>
                <a:ea typeface="Avenir" charset="0"/>
                <a:cs typeface="Avenir" charset="0"/>
                <a:sym typeface="Avenir Roman" charset="0"/>
              </a:rPr>
              <a:t>registro</a:t>
            </a:r>
            <a:r>
              <a:rPr lang="en-US" sz="2400" kern="1200" dirty="0">
                <a:solidFill>
                  <a:srgbClr val="000000"/>
                </a:solidFill>
                <a:effectLst/>
                <a:latin typeface="Avenir" charset="0"/>
                <a:ea typeface="Avenir" charset="0"/>
                <a:cs typeface="Avenir" charset="0"/>
                <a:sym typeface="Avenir Roman" charset="0"/>
              </a:rPr>
              <a:t> y se </a:t>
            </a:r>
            <a:r>
              <a:rPr lang="en-US" sz="2400" kern="1200" dirty="0" err="1">
                <a:solidFill>
                  <a:srgbClr val="000000"/>
                </a:solidFill>
                <a:effectLst/>
                <a:latin typeface="Avenir" charset="0"/>
                <a:ea typeface="Avenir" charset="0"/>
                <a:cs typeface="Avenir" charset="0"/>
                <a:sym typeface="Avenir Roman" charset="0"/>
              </a:rPr>
              <a:t>posiciona</a:t>
            </a:r>
            <a:r>
              <a:rPr lang="en-US" sz="2400" kern="1200" dirty="0">
                <a:solidFill>
                  <a:srgbClr val="000000"/>
                </a:solidFill>
                <a:effectLst/>
                <a:latin typeface="Avenir" charset="0"/>
                <a:ea typeface="Avenir" charset="0"/>
                <a:cs typeface="Avenir" charset="0"/>
                <a:sym typeface="Avenir Roman" charset="0"/>
              </a:rPr>
              <a:t> </a:t>
            </a:r>
            <a:r>
              <a:rPr lang="en-US" sz="2400" kern="1200" dirty="0" err="1">
                <a:solidFill>
                  <a:srgbClr val="000000"/>
                </a:solidFill>
                <a:effectLst/>
                <a:latin typeface="Avenir" charset="0"/>
                <a:ea typeface="Avenir" charset="0"/>
                <a:cs typeface="Avenir" charset="0"/>
                <a:sym typeface="Avenir Roman" charset="0"/>
              </a:rPr>
              <a:t>como</a:t>
            </a:r>
            <a:r>
              <a:rPr lang="en-US" sz="2400" kern="1200" dirty="0">
                <a:solidFill>
                  <a:srgbClr val="000000"/>
                </a:solidFill>
                <a:effectLst/>
                <a:latin typeface="Avenir" charset="0"/>
                <a:ea typeface="Avenir" charset="0"/>
                <a:cs typeface="Avenir" charset="0"/>
                <a:sym typeface="Avenir Roman" charset="0"/>
              </a:rPr>
              <a:t> </a:t>
            </a:r>
            <a:r>
              <a:rPr lang="en-US" sz="2400" kern="1200" dirty="0" err="1">
                <a:solidFill>
                  <a:srgbClr val="000000"/>
                </a:solidFill>
                <a:effectLst/>
                <a:latin typeface="Avenir" charset="0"/>
                <a:ea typeface="Avenir" charset="0"/>
                <a:cs typeface="Avenir" charset="0"/>
                <a:sym typeface="Avenir Roman" charset="0"/>
              </a:rPr>
              <a:t>una</a:t>
            </a:r>
            <a:r>
              <a:rPr lang="en-US" sz="2400" kern="1200" dirty="0">
                <a:solidFill>
                  <a:srgbClr val="000000"/>
                </a:solidFill>
                <a:effectLst/>
                <a:latin typeface="Avenir" charset="0"/>
                <a:ea typeface="Avenir" charset="0"/>
                <a:cs typeface="Avenir" charset="0"/>
                <a:sym typeface="Avenir Roman" charset="0"/>
              </a:rPr>
              <a:t> </a:t>
            </a:r>
            <a:r>
              <a:rPr lang="en-US" sz="2400" kern="1200" dirty="0" err="1">
                <a:solidFill>
                  <a:srgbClr val="000000"/>
                </a:solidFill>
                <a:effectLst/>
                <a:latin typeface="Avenir" charset="0"/>
                <a:ea typeface="Avenir" charset="0"/>
                <a:cs typeface="Avenir" charset="0"/>
                <a:sym typeface="Avenir Roman" charset="0"/>
              </a:rPr>
              <a:t>herramienta</a:t>
            </a:r>
            <a:r>
              <a:rPr lang="en-US" sz="2400" kern="1200" dirty="0">
                <a:solidFill>
                  <a:srgbClr val="000000"/>
                </a:solidFill>
                <a:effectLst/>
                <a:latin typeface="Avenir" charset="0"/>
                <a:ea typeface="Avenir" charset="0"/>
                <a:cs typeface="Avenir" charset="0"/>
                <a:sym typeface="Avenir Roman" charset="0"/>
              </a:rPr>
              <a:t> </a:t>
            </a:r>
            <a:r>
              <a:rPr lang="en-US" sz="2400" kern="1200" dirty="0" err="1">
                <a:solidFill>
                  <a:srgbClr val="000000"/>
                </a:solidFill>
                <a:effectLst/>
                <a:latin typeface="Avenir" charset="0"/>
                <a:ea typeface="Avenir" charset="0"/>
                <a:cs typeface="Avenir" charset="0"/>
                <a:sym typeface="Avenir Roman" charset="0"/>
              </a:rPr>
              <a:t>prescriptiva</a:t>
            </a:r>
            <a:r>
              <a:rPr lang="en-US" sz="2400" kern="1200" dirty="0">
                <a:solidFill>
                  <a:srgbClr val="000000"/>
                </a:solidFill>
                <a:effectLst/>
                <a:latin typeface="Avenir" charset="0"/>
                <a:ea typeface="Avenir" charset="0"/>
                <a:cs typeface="Avenir" charset="0"/>
                <a:sym typeface="Avenir Roman" charset="0"/>
              </a:rPr>
              <a:t> </a:t>
            </a:r>
            <a:r>
              <a:rPr lang="en-US" sz="2400" kern="1200" dirty="0" err="1">
                <a:solidFill>
                  <a:srgbClr val="000000"/>
                </a:solidFill>
                <a:effectLst/>
                <a:latin typeface="Avenir" charset="0"/>
                <a:ea typeface="Avenir" charset="0"/>
                <a:cs typeface="Avenir" charset="0"/>
                <a:sym typeface="Avenir Roman" charset="0"/>
              </a:rPr>
              <a:t>que</a:t>
            </a:r>
            <a:r>
              <a:rPr lang="en-US" sz="2400" kern="1200" dirty="0">
                <a:solidFill>
                  <a:srgbClr val="000000"/>
                </a:solidFill>
                <a:effectLst/>
                <a:latin typeface="Avenir" charset="0"/>
                <a:ea typeface="Avenir" charset="0"/>
                <a:cs typeface="Avenir" charset="0"/>
                <a:sym typeface="Avenir Roman" charset="0"/>
              </a:rPr>
              <a:t> </a:t>
            </a:r>
            <a:r>
              <a:rPr lang="en-US" sz="2400" kern="1200" dirty="0" err="1">
                <a:solidFill>
                  <a:srgbClr val="000000"/>
                </a:solidFill>
                <a:effectLst/>
                <a:latin typeface="Avenir" charset="0"/>
                <a:ea typeface="Avenir" charset="0"/>
                <a:cs typeface="Avenir" charset="0"/>
                <a:sym typeface="Avenir Roman" charset="0"/>
              </a:rPr>
              <a:t>cuida</a:t>
            </a:r>
            <a:r>
              <a:rPr lang="en-US" sz="2400" kern="1200" dirty="0">
                <a:solidFill>
                  <a:srgbClr val="000000"/>
                </a:solidFill>
                <a:effectLst/>
                <a:latin typeface="Avenir" charset="0"/>
                <a:ea typeface="Avenir" charset="0"/>
                <a:cs typeface="Avenir" charset="0"/>
                <a:sym typeface="Avenir Roman" charset="0"/>
              </a:rPr>
              <a:t> </a:t>
            </a:r>
            <a:r>
              <a:rPr lang="en-US" sz="2400" kern="1200" dirty="0" err="1">
                <a:solidFill>
                  <a:srgbClr val="000000"/>
                </a:solidFill>
                <a:effectLst/>
                <a:latin typeface="Avenir" charset="0"/>
                <a:ea typeface="Avenir" charset="0"/>
                <a:cs typeface="Avenir" charset="0"/>
                <a:sym typeface="Avenir Roman" charset="0"/>
              </a:rPr>
              <a:t>el</a:t>
            </a:r>
            <a:r>
              <a:rPr lang="en-US" sz="2400" kern="1200" dirty="0">
                <a:solidFill>
                  <a:srgbClr val="000000"/>
                </a:solidFill>
                <a:effectLst/>
                <a:latin typeface="Avenir" charset="0"/>
                <a:ea typeface="Avenir" charset="0"/>
                <a:cs typeface="Avenir" charset="0"/>
                <a:sym typeface="Avenir Roman" charset="0"/>
              </a:rPr>
              <a:t> </a:t>
            </a:r>
            <a:r>
              <a:rPr lang="en-US" sz="2400" kern="1200" dirty="0" err="1">
                <a:solidFill>
                  <a:srgbClr val="000000"/>
                </a:solidFill>
                <a:effectLst/>
                <a:latin typeface="Avenir" charset="0"/>
                <a:ea typeface="Avenir" charset="0"/>
                <a:cs typeface="Avenir" charset="0"/>
                <a:sym typeface="Avenir Roman" charset="0"/>
              </a:rPr>
              <a:t>bolsillo</a:t>
            </a:r>
            <a:r>
              <a:rPr lang="en-US" sz="2400" kern="1200" dirty="0">
                <a:solidFill>
                  <a:srgbClr val="000000"/>
                </a:solidFill>
                <a:effectLst/>
                <a:latin typeface="Avenir" charset="0"/>
                <a:ea typeface="Avenir" charset="0"/>
                <a:cs typeface="Avenir" charset="0"/>
                <a:sym typeface="Avenir Roman" charset="0"/>
              </a:rPr>
              <a:t> del </a:t>
            </a:r>
            <a:r>
              <a:rPr lang="en-US" sz="2400" kern="1200" dirty="0" err="1">
                <a:solidFill>
                  <a:srgbClr val="000000"/>
                </a:solidFill>
                <a:effectLst/>
                <a:latin typeface="Avenir" charset="0"/>
                <a:ea typeface="Avenir" charset="0"/>
                <a:cs typeface="Avenir" charset="0"/>
                <a:sym typeface="Avenir Roman" charset="0"/>
              </a:rPr>
              <a:t>ganadero</a:t>
            </a:r>
            <a:r>
              <a:rPr lang="en-US" sz="2400" kern="1200" dirty="0">
                <a:solidFill>
                  <a:srgbClr val="000000"/>
                </a:solidFill>
                <a:effectLst/>
                <a:latin typeface="Avenir" charset="0"/>
                <a:ea typeface="Avenir" charset="0"/>
                <a:cs typeface="Avenir" charset="0"/>
                <a:sym typeface="Avenir Roman" charset="0"/>
              </a:rPr>
              <a:t> sin </a:t>
            </a:r>
            <a:r>
              <a:rPr lang="en-US" sz="2400" kern="1200" dirty="0" err="1">
                <a:solidFill>
                  <a:srgbClr val="000000"/>
                </a:solidFill>
                <a:effectLst/>
                <a:latin typeface="Avenir" charset="0"/>
                <a:ea typeface="Avenir" charset="0"/>
                <a:cs typeface="Avenir" charset="0"/>
                <a:sym typeface="Avenir Roman" charset="0"/>
              </a:rPr>
              <a:t>comprometer</a:t>
            </a:r>
            <a:r>
              <a:rPr lang="en-US" sz="2400" kern="1200" dirty="0">
                <a:solidFill>
                  <a:srgbClr val="000000"/>
                </a:solidFill>
                <a:effectLst/>
                <a:latin typeface="Avenir" charset="0"/>
                <a:ea typeface="Avenir" charset="0"/>
                <a:cs typeface="Avenir" charset="0"/>
                <a:sym typeface="Avenir Roman" charset="0"/>
              </a:rPr>
              <a:t> la </a:t>
            </a:r>
            <a:r>
              <a:rPr lang="en-US" sz="2400" kern="1200" dirty="0" err="1">
                <a:solidFill>
                  <a:srgbClr val="000000"/>
                </a:solidFill>
                <a:effectLst/>
                <a:latin typeface="Avenir" charset="0"/>
                <a:ea typeface="Avenir" charset="0"/>
                <a:cs typeface="Avenir" charset="0"/>
                <a:sym typeface="Avenir Roman" charset="0"/>
              </a:rPr>
              <a:t>salud</a:t>
            </a:r>
            <a:r>
              <a:rPr lang="en-US" sz="2400" kern="1200" dirty="0">
                <a:solidFill>
                  <a:srgbClr val="000000"/>
                </a:solidFill>
                <a:effectLst/>
                <a:latin typeface="Avenir" charset="0"/>
                <a:ea typeface="Avenir" charset="0"/>
                <a:cs typeface="Avenir" charset="0"/>
                <a:sym typeface="Avenir Roman" charset="0"/>
              </a:rPr>
              <a:t> del </a:t>
            </a:r>
            <a:r>
              <a:rPr lang="en-US" sz="2400" kern="1200" dirty="0" err="1">
                <a:solidFill>
                  <a:srgbClr val="000000"/>
                </a:solidFill>
                <a:effectLst/>
                <a:latin typeface="Avenir" charset="0"/>
                <a:ea typeface="Avenir" charset="0"/>
                <a:cs typeface="Avenir" charset="0"/>
                <a:sym typeface="Avenir Roman" charset="0"/>
              </a:rPr>
              <a:t>ganado</a:t>
            </a:r>
            <a:r>
              <a:rPr lang="en-US" sz="2400" kern="1200" dirty="0">
                <a:solidFill>
                  <a:srgbClr val="000000"/>
                </a:solidFill>
                <a:effectLst/>
                <a:latin typeface="Avenir" charset="0"/>
                <a:ea typeface="Avenir" charset="0"/>
                <a:cs typeface="Avenir" charset="0"/>
                <a:sym typeface="Avenir Roman" charset="0"/>
              </a:rPr>
              <a:t>. </a:t>
            </a:r>
            <a:r>
              <a:rPr lang="en-US" sz="2400" kern="1200" dirty="0" err="1">
                <a:solidFill>
                  <a:srgbClr val="000000"/>
                </a:solidFill>
                <a:effectLst/>
                <a:latin typeface="Avenir" charset="0"/>
                <a:ea typeface="Avenir" charset="0"/>
                <a:cs typeface="Avenir" charset="0"/>
                <a:sym typeface="Avenir Roman" charset="0"/>
              </a:rPr>
              <a:t>Logramos</a:t>
            </a:r>
            <a:r>
              <a:rPr lang="en-US" sz="2400" kern="1200" dirty="0">
                <a:solidFill>
                  <a:srgbClr val="000000"/>
                </a:solidFill>
                <a:effectLst/>
                <a:latin typeface="Avenir" charset="0"/>
                <a:ea typeface="Avenir" charset="0"/>
                <a:cs typeface="Avenir" charset="0"/>
                <a:sym typeface="Avenir Roman" charset="0"/>
              </a:rPr>
              <a:t> </a:t>
            </a:r>
            <a:r>
              <a:rPr lang="en-US" sz="2400" kern="1200" dirty="0" err="1">
                <a:solidFill>
                  <a:srgbClr val="000000"/>
                </a:solidFill>
                <a:effectLst/>
                <a:latin typeface="Avenir" charset="0"/>
                <a:ea typeface="Avenir" charset="0"/>
                <a:cs typeface="Avenir" charset="0"/>
                <a:sym typeface="Avenir Roman" charset="0"/>
              </a:rPr>
              <a:t>los</a:t>
            </a:r>
            <a:r>
              <a:rPr lang="en-US" sz="2400" kern="1200" dirty="0">
                <a:solidFill>
                  <a:srgbClr val="000000"/>
                </a:solidFill>
                <a:effectLst/>
                <a:latin typeface="Avenir" charset="0"/>
                <a:ea typeface="Avenir" charset="0"/>
                <a:cs typeface="Avenir" charset="0"/>
                <a:sym typeface="Avenir Roman" charset="0"/>
              </a:rPr>
              <a:t> dos </a:t>
            </a:r>
            <a:r>
              <a:rPr lang="en-US" sz="2400" kern="1200" dirty="0" err="1">
                <a:solidFill>
                  <a:srgbClr val="000000"/>
                </a:solidFill>
                <a:effectLst/>
                <a:latin typeface="Avenir" charset="0"/>
                <a:ea typeface="Avenir" charset="0"/>
                <a:cs typeface="Avenir" charset="0"/>
                <a:sym typeface="Avenir Roman" charset="0"/>
              </a:rPr>
              <a:t>objetivos</a:t>
            </a:r>
            <a:r>
              <a:rPr lang="en-US" sz="2400" kern="1200" dirty="0">
                <a:solidFill>
                  <a:srgbClr val="000000"/>
                </a:solidFill>
                <a:effectLst/>
                <a:latin typeface="Avenir" charset="0"/>
                <a:ea typeface="Avenir" charset="0"/>
                <a:cs typeface="Avenir" charset="0"/>
                <a:sym typeface="Avenir Roman" charset="0"/>
              </a:rPr>
              <a:t> </a:t>
            </a:r>
            <a:r>
              <a:rPr lang="en-US" sz="2400" kern="1200" dirty="0" err="1">
                <a:solidFill>
                  <a:srgbClr val="000000"/>
                </a:solidFill>
                <a:effectLst/>
                <a:latin typeface="Avenir" charset="0"/>
                <a:ea typeface="Avenir" charset="0"/>
                <a:cs typeface="Avenir" charset="0"/>
                <a:sym typeface="Avenir Roman" charset="0"/>
              </a:rPr>
              <a:t>que</a:t>
            </a:r>
            <a:r>
              <a:rPr lang="en-US" sz="2400" kern="1200" dirty="0">
                <a:solidFill>
                  <a:srgbClr val="000000"/>
                </a:solidFill>
                <a:effectLst/>
                <a:latin typeface="Avenir" charset="0"/>
                <a:ea typeface="Avenir" charset="0"/>
                <a:cs typeface="Avenir" charset="0"/>
                <a:sym typeface="Avenir Roman" charset="0"/>
              </a:rPr>
              <a:t> </a:t>
            </a:r>
            <a:r>
              <a:rPr lang="en-US" sz="2400" kern="1200" dirty="0" err="1">
                <a:solidFill>
                  <a:srgbClr val="000000"/>
                </a:solidFill>
                <a:effectLst/>
                <a:latin typeface="Avenir" charset="0"/>
                <a:ea typeface="Avenir" charset="0"/>
                <a:cs typeface="Avenir" charset="0"/>
                <a:sym typeface="Avenir Roman" charset="0"/>
              </a:rPr>
              <a:t>parecían</a:t>
            </a:r>
            <a:r>
              <a:rPr lang="en-US" sz="2400" kern="1200" dirty="0">
                <a:solidFill>
                  <a:srgbClr val="000000"/>
                </a:solidFill>
                <a:effectLst/>
                <a:latin typeface="Avenir" charset="0"/>
                <a:ea typeface="Avenir" charset="0"/>
                <a:cs typeface="Avenir" charset="0"/>
                <a:sym typeface="Avenir Roman" charset="0"/>
              </a:rPr>
              <a:t> incompatibles: </a:t>
            </a:r>
            <a:r>
              <a:rPr lang="en-US" sz="2400" kern="1200" dirty="0" err="1">
                <a:solidFill>
                  <a:srgbClr val="000000"/>
                </a:solidFill>
                <a:effectLst/>
                <a:latin typeface="Avenir" charset="0"/>
                <a:ea typeface="Avenir" charset="0"/>
                <a:cs typeface="Avenir" charset="0"/>
                <a:sym typeface="Avenir Roman" charset="0"/>
              </a:rPr>
              <a:t>ahorrar</a:t>
            </a:r>
            <a:r>
              <a:rPr lang="en-US" sz="2400" kern="1200" dirty="0">
                <a:solidFill>
                  <a:srgbClr val="000000"/>
                </a:solidFill>
                <a:effectLst/>
                <a:latin typeface="Avenir" charset="0"/>
                <a:ea typeface="Avenir" charset="0"/>
                <a:cs typeface="Avenir" charset="0"/>
                <a:sym typeface="Avenir Roman" charset="0"/>
              </a:rPr>
              <a:t> dinero y </a:t>
            </a:r>
            <a:r>
              <a:rPr lang="en-US" sz="2400" kern="1200" dirty="0" err="1">
                <a:solidFill>
                  <a:srgbClr val="000000"/>
                </a:solidFill>
                <a:effectLst/>
                <a:latin typeface="Avenir" charset="0"/>
                <a:ea typeface="Avenir" charset="0"/>
                <a:cs typeface="Avenir" charset="0"/>
                <a:sym typeface="Avenir Roman" charset="0"/>
              </a:rPr>
              <a:t>garantizar</a:t>
            </a:r>
            <a:r>
              <a:rPr lang="en-US" sz="2400" kern="1200" dirty="0">
                <a:solidFill>
                  <a:srgbClr val="000000"/>
                </a:solidFill>
                <a:effectLst/>
                <a:latin typeface="Avenir" charset="0"/>
                <a:ea typeface="Avenir" charset="0"/>
                <a:cs typeface="Avenir" charset="0"/>
                <a:sym typeface="Avenir Roman" charset="0"/>
              </a:rPr>
              <a:t> la </a:t>
            </a:r>
            <a:r>
              <a:rPr lang="en-US" sz="2400" kern="1200" dirty="0" err="1">
                <a:solidFill>
                  <a:srgbClr val="000000"/>
                </a:solidFill>
                <a:effectLst/>
                <a:latin typeface="Avenir" charset="0"/>
                <a:ea typeface="Avenir" charset="0"/>
                <a:cs typeface="Avenir" charset="0"/>
                <a:sym typeface="Avenir Roman" charset="0"/>
              </a:rPr>
              <a:t>seguridad</a:t>
            </a:r>
            <a:r>
              <a:rPr lang="en-US" sz="2400" kern="1200" dirty="0">
                <a:solidFill>
                  <a:srgbClr val="000000"/>
                </a:solidFill>
                <a:effectLst/>
                <a:latin typeface="Avenir" charset="0"/>
                <a:ea typeface="Avenir" charset="0"/>
                <a:cs typeface="Avenir" charset="0"/>
                <a:sym typeface="Avenir Roman" charset="0"/>
              </a:rPr>
              <a:t> </a:t>
            </a:r>
            <a:r>
              <a:rPr lang="en-US" sz="2400" kern="1200" dirty="0" err="1">
                <a:solidFill>
                  <a:srgbClr val="000000"/>
                </a:solidFill>
                <a:effectLst/>
                <a:latin typeface="Avenir" charset="0"/>
                <a:ea typeface="Avenir" charset="0"/>
                <a:cs typeface="Avenir" charset="0"/>
                <a:sym typeface="Avenir Roman" charset="0"/>
              </a:rPr>
              <a:t>biológica</a:t>
            </a:r>
            <a:r>
              <a:rPr lang="en-US" sz="2400" kern="1200" dirty="0">
                <a:solidFill>
                  <a:srgbClr val="000000"/>
                </a:solidFill>
                <a:effectLst/>
                <a:latin typeface="Avenir" charset="0"/>
                <a:ea typeface="Avenir" charset="0"/>
                <a:cs typeface="Avenir" charset="0"/>
                <a:sym typeface="Avenir Roman" charset="0"/>
              </a:rPr>
              <a:t>."</a:t>
            </a:r>
            <a:br>
              <a:rPr lang="en-US" sz="2400" kern="1200" dirty="0">
                <a:solidFill>
                  <a:srgbClr val="000000"/>
                </a:solidFill>
                <a:effectLst/>
                <a:latin typeface="Avenir" charset="0"/>
                <a:ea typeface="Avenir" charset="0"/>
                <a:cs typeface="Avenir" charset="0"/>
                <a:sym typeface="Avenir Roman" charset="0"/>
              </a:rPr>
            </a:br>
            <a:br>
              <a:rPr lang="en-US" sz="2400" kern="1200" dirty="0">
                <a:solidFill>
                  <a:srgbClr val="000000"/>
                </a:solidFill>
                <a:effectLst/>
                <a:latin typeface="Avenir" charset="0"/>
                <a:ea typeface="Avenir" charset="0"/>
                <a:cs typeface="Avenir" charset="0"/>
                <a:sym typeface="Avenir Roman" charset="0"/>
              </a:rPr>
            </a:br>
            <a:r>
              <a:rPr lang="en-US" sz="2400" kern="1200" dirty="0">
                <a:solidFill>
                  <a:srgbClr val="000000"/>
                </a:solidFill>
                <a:effectLst/>
                <a:latin typeface="Avenir" charset="0"/>
                <a:ea typeface="Avenir" charset="0"/>
                <a:cs typeface="Avenir" charset="0"/>
                <a:sym typeface="Avenir Roman" charset="0"/>
              </a:rPr>
              <a:t>[P1] "Hacia </a:t>
            </a:r>
            <a:r>
              <a:rPr lang="en-US" sz="2400" kern="1200" dirty="0" err="1">
                <a:solidFill>
                  <a:srgbClr val="000000"/>
                </a:solidFill>
                <a:effectLst/>
                <a:latin typeface="Avenir" charset="0"/>
                <a:ea typeface="Avenir" charset="0"/>
                <a:cs typeface="Avenir" charset="0"/>
                <a:sym typeface="Avenir Roman" charset="0"/>
              </a:rPr>
              <a:t>el</a:t>
            </a:r>
            <a:r>
              <a:rPr lang="en-US" sz="2400" kern="1200" dirty="0">
                <a:solidFill>
                  <a:srgbClr val="000000"/>
                </a:solidFill>
                <a:effectLst/>
                <a:latin typeface="Avenir" charset="0"/>
                <a:ea typeface="Avenir" charset="0"/>
                <a:cs typeface="Avenir" charset="0"/>
                <a:sym typeface="Avenir Roman" charset="0"/>
              </a:rPr>
              <a:t> </a:t>
            </a:r>
            <a:r>
              <a:rPr lang="en-US" sz="2400" kern="1200" dirty="0" err="1">
                <a:solidFill>
                  <a:srgbClr val="000000"/>
                </a:solidFill>
                <a:effectLst/>
                <a:latin typeface="Avenir" charset="0"/>
                <a:ea typeface="Avenir" charset="0"/>
                <a:cs typeface="Avenir" charset="0"/>
                <a:sym typeface="Avenir Roman" charset="0"/>
              </a:rPr>
              <a:t>futuro</a:t>
            </a:r>
            <a:r>
              <a:rPr lang="en-US" sz="2400" kern="1200" dirty="0">
                <a:solidFill>
                  <a:srgbClr val="000000"/>
                </a:solidFill>
                <a:effectLst/>
                <a:latin typeface="Avenir" charset="0"/>
                <a:ea typeface="Avenir" charset="0"/>
                <a:cs typeface="Avenir" charset="0"/>
                <a:sym typeface="Avenir Roman" charset="0"/>
              </a:rPr>
              <a:t>, </a:t>
            </a:r>
            <a:r>
              <a:rPr lang="en-US" sz="2400" kern="1200" dirty="0" err="1">
                <a:solidFill>
                  <a:srgbClr val="000000"/>
                </a:solidFill>
                <a:effectLst/>
                <a:latin typeface="Avenir" charset="0"/>
                <a:ea typeface="Avenir" charset="0"/>
                <a:cs typeface="Avenir" charset="0"/>
                <a:sym typeface="Avenir Roman" charset="0"/>
              </a:rPr>
              <a:t>el</a:t>
            </a:r>
            <a:r>
              <a:rPr lang="en-US" sz="2400" kern="1200" dirty="0">
                <a:solidFill>
                  <a:srgbClr val="000000"/>
                </a:solidFill>
                <a:effectLst/>
                <a:latin typeface="Avenir" charset="0"/>
                <a:ea typeface="Avenir" charset="0"/>
                <a:cs typeface="Avenir" charset="0"/>
                <a:sym typeface="Avenir Roman" charset="0"/>
              </a:rPr>
              <a:t> roadmap </a:t>
            </a:r>
            <a:r>
              <a:rPr lang="en-US" sz="2400" kern="1200" dirty="0" err="1">
                <a:solidFill>
                  <a:srgbClr val="000000"/>
                </a:solidFill>
                <a:effectLst/>
                <a:latin typeface="Avenir" charset="0"/>
                <a:ea typeface="Avenir" charset="0"/>
                <a:cs typeface="Avenir" charset="0"/>
                <a:sym typeface="Avenir Roman" charset="0"/>
              </a:rPr>
              <a:t>que</a:t>
            </a:r>
            <a:r>
              <a:rPr lang="en-US" sz="2400" kern="1200" dirty="0">
                <a:solidFill>
                  <a:srgbClr val="000000"/>
                </a:solidFill>
                <a:effectLst/>
                <a:latin typeface="Avenir" charset="0"/>
                <a:ea typeface="Avenir" charset="0"/>
                <a:cs typeface="Avenir" charset="0"/>
                <a:sym typeface="Avenir Roman" charset="0"/>
              </a:rPr>
              <a:t> </a:t>
            </a:r>
            <a:r>
              <a:rPr lang="en-US" sz="2400" kern="1200" dirty="0" err="1">
                <a:solidFill>
                  <a:srgbClr val="000000"/>
                </a:solidFill>
                <a:effectLst/>
                <a:latin typeface="Avenir" charset="0"/>
                <a:ea typeface="Avenir" charset="0"/>
                <a:cs typeface="Avenir" charset="0"/>
                <a:sym typeface="Avenir Roman" charset="0"/>
              </a:rPr>
              <a:t>ven</a:t>
            </a:r>
            <a:r>
              <a:rPr lang="en-US" sz="2400" kern="1200" dirty="0">
                <a:solidFill>
                  <a:srgbClr val="000000"/>
                </a:solidFill>
                <a:effectLst/>
                <a:latin typeface="Avenir" charset="0"/>
                <a:ea typeface="Avenir" charset="0"/>
                <a:cs typeface="Avenir" charset="0"/>
                <a:sym typeface="Avenir Roman" charset="0"/>
              </a:rPr>
              <a:t> </a:t>
            </a:r>
            <a:r>
              <a:rPr lang="en-US" sz="2400" kern="1200" dirty="0" err="1">
                <a:solidFill>
                  <a:srgbClr val="000000"/>
                </a:solidFill>
                <a:effectLst/>
                <a:latin typeface="Avenir" charset="0"/>
                <a:ea typeface="Avenir" charset="0"/>
                <a:cs typeface="Avenir" charset="0"/>
                <a:sym typeface="Avenir Roman" charset="0"/>
              </a:rPr>
              <a:t>en</a:t>
            </a:r>
            <a:r>
              <a:rPr lang="en-US" sz="2400" kern="1200" dirty="0">
                <a:solidFill>
                  <a:srgbClr val="000000"/>
                </a:solidFill>
                <a:effectLst/>
                <a:latin typeface="Avenir" charset="0"/>
                <a:ea typeface="Avenir" charset="0"/>
                <a:cs typeface="Avenir" charset="0"/>
                <a:sym typeface="Avenir Roman" charset="0"/>
              </a:rPr>
              <a:t> </a:t>
            </a:r>
            <a:r>
              <a:rPr lang="en-US" sz="2400" kern="1200" dirty="0" err="1">
                <a:solidFill>
                  <a:srgbClr val="000000"/>
                </a:solidFill>
                <a:effectLst/>
                <a:latin typeface="Avenir" charset="0"/>
                <a:ea typeface="Avenir" charset="0"/>
                <a:cs typeface="Avenir" charset="0"/>
                <a:sym typeface="Avenir Roman" charset="0"/>
              </a:rPr>
              <a:t>el</a:t>
            </a:r>
            <a:r>
              <a:rPr lang="en-US" sz="2400" kern="1200" dirty="0">
                <a:solidFill>
                  <a:srgbClr val="000000"/>
                </a:solidFill>
                <a:effectLst/>
                <a:latin typeface="Avenir" charset="0"/>
                <a:ea typeface="Avenir" charset="0"/>
                <a:cs typeface="Avenir" charset="0"/>
                <a:sym typeface="Avenir Roman" charset="0"/>
              </a:rPr>
              <a:t> </a:t>
            </a:r>
            <a:r>
              <a:rPr lang="en-US" sz="2400" kern="1200" dirty="0" err="1">
                <a:solidFill>
                  <a:srgbClr val="000000"/>
                </a:solidFill>
                <a:effectLst/>
                <a:latin typeface="Avenir" charset="0"/>
                <a:ea typeface="Avenir" charset="0"/>
                <a:cs typeface="Avenir" charset="0"/>
                <a:sym typeface="Avenir Roman" charset="0"/>
              </a:rPr>
              <a:t>diagrama</a:t>
            </a:r>
            <a:r>
              <a:rPr lang="en-US" sz="2400" kern="1200" dirty="0">
                <a:solidFill>
                  <a:srgbClr val="000000"/>
                </a:solidFill>
                <a:effectLst/>
                <a:latin typeface="Avenir" charset="0"/>
                <a:ea typeface="Avenir" charset="0"/>
                <a:cs typeface="Avenir" charset="0"/>
                <a:sym typeface="Avenir Roman" charset="0"/>
              </a:rPr>
              <a:t> </a:t>
            </a:r>
            <a:r>
              <a:rPr lang="en-US" sz="2400" kern="1200" dirty="0" err="1">
                <a:solidFill>
                  <a:srgbClr val="000000"/>
                </a:solidFill>
                <a:effectLst/>
                <a:latin typeface="Avenir" charset="0"/>
                <a:ea typeface="Avenir" charset="0"/>
                <a:cs typeface="Avenir" charset="0"/>
                <a:sym typeface="Avenir Roman" charset="0"/>
              </a:rPr>
              <a:t>tiene</a:t>
            </a:r>
            <a:r>
              <a:rPr lang="en-US" sz="2400" kern="1200" dirty="0">
                <a:solidFill>
                  <a:srgbClr val="000000"/>
                </a:solidFill>
                <a:effectLst/>
                <a:latin typeface="Avenir" charset="0"/>
                <a:ea typeface="Avenir" charset="0"/>
                <a:cs typeface="Avenir" charset="0"/>
                <a:sym typeface="Avenir Roman" charset="0"/>
              </a:rPr>
              <a:t> </a:t>
            </a:r>
            <a:r>
              <a:rPr lang="en-US" sz="2400" kern="1200" dirty="0" err="1">
                <a:solidFill>
                  <a:srgbClr val="000000"/>
                </a:solidFill>
                <a:effectLst/>
                <a:latin typeface="Avenir" charset="0"/>
                <a:ea typeface="Avenir" charset="0"/>
                <a:cs typeface="Avenir" charset="0"/>
                <a:sym typeface="Avenir Roman" charset="0"/>
              </a:rPr>
              <a:t>tres</a:t>
            </a:r>
            <a:r>
              <a:rPr lang="en-US" sz="2400" kern="1200" dirty="0">
                <a:solidFill>
                  <a:srgbClr val="000000"/>
                </a:solidFill>
                <a:effectLst/>
                <a:latin typeface="Avenir" charset="0"/>
                <a:ea typeface="Avenir" charset="0"/>
                <a:cs typeface="Avenir" charset="0"/>
                <a:sym typeface="Avenir Roman" charset="0"/>
              </a:rPr>
              <a:t> pasos claros: </a:t>
            </a:r>
            <a:r>
              <a:rPr lang="en-US" sz="2400" kern="1200" dirty="0" err="1">
                <a:solidFill>
                  <a:srgbClr val="000000"/>
                </a:solidFill>
                <a:effectLst/>
                <a:latin typeface="Avenir" charset="0"/>
                <a:ea typeface="Avenir" charset="0"/>
                <a:cs typeface="Avenir" charset="0"/>
                <a:sym typeface="Avenir Roman" charset="0"/>
              </a:rPr>
              <a:t>conectar</a:t>
            </a:r>
            <a:r>
              <a:rPr lang="en-US" sz="2400" kern="1200" dirty="0">
                <a:solidFill>
                  <a:srgbClr val="000000"/>
                </a:solidFill>
                <a:effectLst/>
                <a:latin typeface="Avenir" charset="0"/>
                <a:ea typeface="Avenir" charset="0"/>
                <a:cs typeface="Avenir" charset="0"/>
                <a:sym typeface="Avenir Roman" charset="0"/>
              </a:rPr>
              <a:t> </a:t>
            </a:r>
            <a:r>
              <a:rPr lang="en-US" sz="2400" kern="1200" dirty="0" err="1">
                <a:solidFill>
                  <a:srgbClr val="000000"/>
                </a:solidFill>
                <a:effectLst/>
                <a:latin typeface="Avenir" charset="0"/>
                <a:ea typeface="Avenir" charset="0"/>
                <a:cs typeface="Avenir" charset="0"/>
                <a:sym typeface="Avenir Roman" charset="0"/>
              </a:rPr>
              <a:t>el</a:t>
            </a:r>
            <a:r>
              <a:rPr lang="en-US" sz="2400" kern="1200" dirty="0">
                <a:solidFill>
                  <a:srgbClr val="000000"/>
                </a:solidFill>
                <a:effectLst/>
                <a:latin typeface="Avenir" charset="0"/>
                <a:ea typeface="Avenir" charset="0"/>
                <a:cs typeface="Avenir" charset="0"/>
                <a:sym typeface="Avenir Roman" charset="0"/>
              </a:rPr>
              <a:t> </a:t>
            </a:r>
            <a:r>
              <a:rPr lang="en-US" sz="2400" kern="1200" dirty="0" err="1">
                <a:solidFill>
                  <a:srgbClr val="000000"/>
                </a:solidFill>
                <a:effectLst/>
                <a:latin typeface="Avenir" charset="0"/>
                <a:ea typeface="Avenir" charset="0"/>
                <a:cs typeface="Avenir" charset="0"/>
                <a:sym typeface="Avenir Roman" charset="0"/>
              </a:rPr>
              <a:t>sistema</a:t>
            </a:r>
            <a:r>
              <a:rPr lang="en-US" sz="2400" kern="1200" dirty="0">
                <a:solidFill>
                  <a:srgbClr val="000000"/>
                </a:solidFill>
                <a:effectLst/>
                <a:latin typeface="Avenir" charset="0"/>
                <a:ea typeface="Avenir" charset="0"/>
                <a:cs typeface="Avenir" charset="0"/>
                <a:sym typeface="Avenir Roman" charset="0"/>
              </a:rPr>
              <a:t> a </a:t>
            </a:r>
            <a:r>
              <a:rPr lang="en-US" sz="2400" kern="1200" dirty="0" err="1">
                <a:solidFill>
                  <a:srgbClr val="000000"/>
                </a:solidFill>
                <a:effectLst/>
                <a:latin typeface="Avenir" charset="0"/>
                <a:ea typeface="Avenir" charset="0"/>
                <a:cs typeface="Avenir" charset="0"/>
                <a:sym typeface="Avenir Roman" charset="0"/>
              </a:rPr>
              <a:t>bolsas</a:t>
            </a:r>
            <a:r>
              <a:rPr lang="en-US" sz="2400" kern="1200" dirty="0">
                <a:solidFill>
                  <a:srgbClr val="000000"/>
                </a:solidFill>
                <a:effectLst/>
                <a:latin typeface="Avenir" charset="0"/>
                <a:ea typeface="Avenir" charset="0"/>
                <a:cs typeface="Avenir" charset="0"/>
                <a:sym typeface="Avenir Roman" charset="0"/>
              </a:rPr>
              <a:t> de </a:t>
            </a:r>
            <a:r>
              <a:rPr lang="en-US" sz="2400" kern="1200" dirty="0" err="1">
                <a:solidFill>
                  <a:srgbClr val="000000"/>
                </a:solidFill>
                <a:effectLst/>
                <a:latin typeface="Avenir" charset="0"/>
                <a:ea typeface="Avenir" charset="0"/>
                <a:cs typeface="Avenir" charset="0"/>
                <a:sym typeface="Avenir Roman" charset="0"/>
              </a:rPr>
              <a:t>valores</a:t>
            </a:r>
            <a:r>
              <a:rPr lang="en-US" sz="2400" kern="1200" dirty="0">
                <a:solidFill>
                  <a:srgbClr val="000000"/>
                </a:solidFill>
                <a:effectLst/>
                <a:latin typeface="Avenir" charset="0"/>
                <a:ea typeface="Avenir" charset="0"/>
                <a:cs typeface="Avenir" charset="0"/>
                <a:sym typeface="Avenir Roman" charset="0"/>
              </a:rPr>
              <a:t> </a:t>
            </a:r>
            <a:r>
              <a:rPr lang="en-US" sz="2400" kern="1200" dirty="0" err="1">
                <a:solidFill>
                  <a:srgbClr val="000000"/>
                </a:solidFill>
                <a:effectLst/>
                <a:latin typeface="Avenir" charset="0"/>
                <a:ea typeface="Avenir" charset="0"/>
                <a:cs typeface="Avenir" charset="0"/>
                <a:sym typeface="Avenir Roman" charset="0"/>
              </a:rPr>
              <a:t>agrícolas</a:t>
            </a:r>
            <a:r>
              <a:rPr lang="en-US" sz="2400" kern="1200" dirty="0">
                <a:solidFill>
                  <a:srgbClr val="000000"/>
                </a:solidFill>
                <a:effectLst/>
                <a:latin typeface="Avenir" charset="0"/>
                <a:ea typeface="Avenir" charset="0"/>
                <a:cs typeface="Avenir" charset="0"/>
                <a:sym typeface="Avenir Roman" charset="0"/>
              </a:rPr>
              <a:t> para </a:t>
            </a:r>
            <a:r>
              <a:rPr lang="en-US" sz="2400" kern="1200" dirty="0" err="1">
                <a:solidFill>
                  <a:srgbClr val="000000"/>
                </a:solidFill>
                <a:effectLst/>
                <a:latin typeface="Avenir" charset="0"/>
                <a:ea typeface="Avenir" charset="0"/>
                <a:cs typeface="Avenir" charset="0"/>
                <a:sym typeface="Avenir Roman" charset="0"/>
              </a:rPr>
              <a:t>que</a:t>
            </a:r>
            <a:r>
              <a:rPr lang="en-US" sz="2400" kern="1200" dirty="0">
                <a:solidFill>
                  <a:srgbClr val="000000"/>
                </a:solidFill>
                <a:effectLst/>
                <a:latin typeface="Avenir" charset="0"/>
                <a:ea typeface="Avenir" charset="0"/>
                <a:cs typeface="Avenir" charset="0"/>
                <a:sym typeface="Avenir Roman" charset="0"/>
              </a:rPr>
              <a:t> </a:t>
            </a:r>
            <a:r>
              <a:rPr lang="en-US" sz="2400" kern="1200" dirty="0" err="1">
                <a:solidFill>
                  <a:srgbClr val="000000"/>
                </a:solidFill>
                <a:effectLst/>
                <a:latin typeface="Avenir" charset="0"/>
                <a:ea typeface="Avenir" charset="0"/>
                <a:cs typeface="Avenir" charset="0"/>
                <a:sym typeface="Avenir Roman" charset="0"/>
              </a:rPr>
              <a:t>los</a:t>
            </a:r>
            <a:r>
              <a:rPr lang="en-US" sz="2400" kern="1200" dirty="0">
                <a:solidFill>
                  <a:srgbClr val="000000"/>
                </a:solidFill>
                <a:effectLst/>
                <a:latin typeface="Avenir" charset="0"/>
                <a:ea typeface="Avenir" charset="0"/>
                <a:cs typeface="Avenir" charset="0"/>
                <a:sym typeface="Avenir Roman" charset="0"/>
              </a:rPr>
              <a:t> </a:t>
            </a:r>
            <a:r>
              <a:rPr lang="en-US" sz="2400" kern="1200" dirty="0" err="1">
                <a:solidFill>
                  <a:srgbClr val="000000"/>
                </a:solidFill>
                <a:effectLst/>
                <a:latin typeface="Avenir" charset="0"/>
                <a:ea typeface="Avenir" charset="0"/>
                <a:cs typeface="Avenir" charset="0"/>
                <a:sym typeface="Avenir Roman" charset="0"/>
              </a:rPr>
              <a:t>precios</a:t>
            </a:r>
            <a:r>
              <a:rPr lang="en-US" sz="2400" kern="1200" dirty="0">
                <a:solidFill>
                  <a:srgbClr val="000000"/>
                </a:solidFill>
                <a:effectLst/>
                <a:latin typeface="Avenir" charset="0"/>
                <a:ea typeface="Avenir" charset="0"/>
                <a:cs typeface="Avenir" charset="0"/>
                <a:sym typeface="Avenir Roman" charset="0"/>
              </a:rPr>
              <a:t> se </a:t>
            </a:r>
            <a:r>
              <a:rPr lang="en-US" sz="2400" kern="1200" dirty="0" err="1">
                <a:solidFill>
                  <a:srgbClr val="000000"/>
                </a:solidFill>
                <a:effectLst/>
                <a:latin typeface="Avenir" charset="0"/>
                <a:ea typeface="Avenir" charset="0"/>
                <a:cs typeface="Avenir" charset="0"/>
                <a:sym typeface="Avenir Roman" charset="0"/>
              </a:rPr>
              <a:t>actualicen</a:t>
            </a:r>
            <a:r>
              <a:rPr lang="en-US" sz="2400" kern="1200" dirty="0">
                <a:solidFill>
                  <a:srgbClr val="000000"/>
                </a:solidFill>
                <a:effectLst/>
                <a:latin typeface="Avenir" charset="0"/>
                <a:ea typeface="Avenir" charset="0"/>
                <a:cs typeface="Avenir" charset="0"/>
                <a:sym typeface="Avenir Roman" charset="0"/>
              </a:rPr>
              <a:t> </a:t>
            </a:r>
            <a:r>
              <a:rPr lang="en-US" sz="2400" kern="1200" dirty="0" err="1">
                <a:solidFill>
                  <a:srgbClr val="000000"/>
                </a:solidFill>
                <a:effectLst/>
                <a:latin typeface="Avenir" charset="0"/>
                <a:ea typeface="Avenir" charset="0"/>
                <a:cs typeface="Avenir" charset="0"/>
                <a:sym typeface="Avenir Roman" charset="0"/>
              </a:rPr>
              <a:t>automáticamente</a:t>
            </a:r>
            <a:r>
              <a:rPr lang="en-US" sz="2400" kern="1200" dirty="0">
                <a:solidFill>
                  <a:srgbClr val="000000"/>
                </a:solidFill>
                <a:effectLst/>
                <a:latin typeface="Avenir" charset="0"/>
                <a:ea typeface="Avenir" charset="0"/>
                <a:cs typeface="Avenir" charset="0"/>
                <a:sym typeface="Avenir Roman" charset="0"/>
              </a:rPr>
              <a:t>; </a:t>
            </a:r>
            <a:r>
              <a:rPr lang="en-US" sz="2400" kern="1200" dirty="0" err="1">
                <a:solidFill>
                  <a:srgbClr val="000000"/>
                </a:solidFill>
                <a:effectLst/>
                <a:latin typeface="Avenir" charset="0"/>
                <a:ea typeface="Avenir" charset="0"/>
                <a:cs typeface="Avenir" charset="0"/>
                <a:sym typeface="Avenir Roman" charset="0"/>
              </a:rPr>
              <a:t>llevar</a:t>
            </a:r>
            <a:r>
              <a:rPr lang="en-US" sz="2400" kern="1200" dirty="0">
                <a:solidFill>
                  <a:srgbClr val="000000"/>
                </a:solidFill>
                <a:effectLst/>
                <a:latin typeface="Avenir" charset="0"/>
                <a:ea typeface="Avenir" charset="0"/>
                <a:cs typeface="Avenir" charset="0"/>
                <a:sym typeface="Avenir Roman" charset="0"/>
              </a:rPr>
              <a:t> </a:t>
            </a:r>
            <a:r>
              <a:rPr lang="en-US" sz="2400" kern="1200" dirty="0" err="1">
                <a:solidFill>
                  <a:srgbClr val="000000"/>
                </a:solidFill>
                <a:effectLst/>
                <a:latin typeface="Avenir" charset="0"/>
                <a:ea typeface="Avenir" charset="0"/>
                <a:cs typeface="Avenir" charset="0"/>
                <a:sym typeface="Avenir Roman" charset="0"/>
              </a:rPr>
              <a:t>el</a:t>
            </a:r>
            <a:r>
              <a:rPr lang="en-US" sz="2400" kern="1200" dirty="0">
                <a:solidFill>
                  <a:srgbClr val="000000"/>
                </a:solidFill>
                <a:effectLst/>
                <a:latin typeface="Avenir" charset="0"/>
                <a:ea typeface="Avenir" charset="0"/>
                <a:cs typeface="Avenir" charset="0"/>
                <a:sym typeface="Avenir Roman" charset="0"/>
              </a:rPr>
              <a:t> motor de </a:t>
            </a:r>
            <a:r>
              <a:rPr lang="en-US" sz="2400" kern="1200" dirty="0" err="1">
                <a:solidFill>
                  <a:srgbClr val="000000"/>
                </a:solidFill>
                <a:effectLst/>
                <a:latin typeface="Avenir" charset="0"/>
                <a:ea typeface="Avenir" charset="0"/>
                <a:cs typeface="Avenir" charset="0"/>
                <a:sym typeface="Avenir Roman" charset="0"/>
              </a:rPr>
              <a:t>cómputo</a:t>
            </a:r>
            <a:r>
              <a:rPr lang="en-US" sz="2400" kern="1200" dirty="0">
                <a:solidFill>
                  <a:srgbClr val="000000"/>
                </a:solidFill>
                <a:effectLst/>
                <a:latin typeface="Avenir" charset="0"/>
                <a:ea typeface="Avenir" charset="0"/>
                <a:cs typeface="Avenir" charset="0"/>
                <a:sym typeface="Avenir Roman" charset="0"/>
              </a:rPr>
              <a:t> al </a:t>
            </a:r>
            <a:r>
              <a:rPr lang="en-US" sz="2400" kern="1200" dirty="0" err="1">
                <a:solidFill>
                  <a:srgbClr val="000000"/>
                </a:solidFill>
                <a:effectLst/>
                <a:latin typeface="Avenir" charset="0"/>
                <a:ea typeface="Avenir" charset="0"/>
                <a:cs typeface="Avenir" charset="0"/>
                <a:sym typeface="Avenir Roman" charset="0"/>
              </a:rPr>
              <a:t>dispositivo</a:t>
            </a:r>
            <a:r>
              <a:rPr lang="en-US" sz="2400" kern="1200" dirty="0">
                <a:solidFill>
                  <a:srgbClr val="000000"/>
                </a:solidFill>
                <a:effectLst/>
                <a:latin typeface="Avenir" charset="0"/>
                <a:ea typeface="Avenir" charset="0"/>
                <a:cs typeface="Avenir" charset="0"/>
                <a:sym typeface="Avenir Roman" charset="0"/>
              </a:rPr>
              <a:t> del productor con Edge AI para zonas sin internet; y </a:t>
            </a:r>
            <a:r>
              <a:rPr lang="en-US" sz="2400" kern="1200" dirty="0" err="1">
                <a:solidFill>
                  <a:srgbClr val="000000"/>
                </a:solidFill>
                <a:effectLst/>
                <a:latin typeface="Avenir" charset="0"/>
                <a:ea typeface="Avenir" charset="0"/>
                <a:cs typeface="Avenir" charset="0"/>
                <a:sym typeface="Avenir Roman" charset="0"/>
              </a:rPr>
              <a:t>aplicar</a:t>
            </a:r>
            <a:r>
              <a:rPr lang="en-US" sz="2400" kern="1200" dirty="0">
                <a:solidFill>
                  <a:srgbClr val="000000"/>
                </a:solidFill>
                <a:effectLst/>
                <a:latin typeface="Avenir" charset="0"/>
                <a:ea typeface="Avenir" charset="0"/>
                <a:cs typeface="Avenir" charset="0"/>
                <a:sym typeface="Avenir Roman" charset="0"/>
              </a:rPr>
              <a:t> </a:t>
            </a:r>
            <a:r>
              <a:rPr lang="en-US" sz="2400" kern="1200" dirty="0" err="1">
                <a:solidFill>
                  <a:srgbClr val="000000"/>
                </a:solidFill>
                <a:effectLst/>
                <a:latin typeface="Avenir" charset="0"/>
                <a:ea typeface="Avenir" charset="0"/>
                <a:cs typeface="Avenir" charset="0"/>
                <a:sym typeface="Avenir Roman" charset="0"/>
              </a:rPr>
              <a:t>el</a:t>
            </a:r>
            <a:r>
              <a:rPr lang="en-US" sz="2400" kern="1200" dirty="0">
                <a:solidFill>
                  <a:srgbClr val="000000"/>
                </a:solidFill>
                <a:effectLst/>
                <a:latin typeface="Avenir" charset="0"/>
                <a:ea typeface="Avenir" charset="0"/>
                <a:cs typeface="Avenir" charset="0"/>
                <a:sym typeface="Avenir Roman" charset="0"/>
              </a:rPr>
              <a:t> </a:t>
            </a:r>
            <a:r>
              <a:rPr lang="en-US" sz="2400" kern="1200" dirty="0" err="1">
                <a:solidFill>
                  <a:srgbClr val="000000"/>
                </a:solidFill>
                <a:effectLst/>
                <a:latin typeface="Avenir" charset="0"/>
                <a:ea typeface="Avenir" charset="0"/>
                <a:cs typeface="Avenir" charset="0"/>
                <a:sym typeface="Avenir Roman" charset="0"/>
              </a:rPr>
              <a:t>mismo</a:t>
            </a:r>
            <a:r>
              <a:rPr lang="en-US" sz="2400" kern="1200" dirty="0">
                <a:solidFill>
                  <a:srgbClr val="000000"/>
                </a:solidFill>
                <a:effectLst/>
                <a:latin typeface="Avenir" charset="0"/>
                <a:ea typeface="Avenir" charset="0"/>
                <a:cs typeface="Avenir" charset="0"/>
                <a:sym typeface="Avenir Roman" charset="0"/>
              </a:rPr>
              <a:t> </a:t>
            </a:r>
            <a:r>
              <a:rPr lang="en-US" sz="2400" kern="1200" dirty="0" err="1">
                <a:solidFill>
                  <a:srgbClr val="000000"/>
                </a:solidFill>
                <a:effectLst/>
                <a:latin typeface="Avenir" charset="0"/>
                <a:ea typeface="Avenir" charset="0"/>
                <a:cs typeface="Avenir" charset="0"/>
                <a:sym typeface="Avenir Roman" charset="0"/>
              </a:rPr>
              <a:t>modelo</a:t>
            </a:r>
            <a:r>
              <a:rPr lang="en-US" sz="2400" kern="1200" dirty="0">
                <a:solidFill>
                  <a:srgbClr val="000000"/>
                </a:solidFill>
                <a:effectLst/>
                <a:latin typeface="Avenir" charset="0"/>
                <a:ea typeface="Avenir" charset="0"/>
                <a:cs typeface="Avenir" charset="0"/>
                <a:sym typeface="Avenir Roman" charset="0"/>
              </a:rPr>
              <a:t> a </a:t>
            </a:r>
            <a:r>
              <a:rPr lang="en-US" sz="2400" kern="1200" dirty="0" err="1">
                <a:solidFill>
                  <a:srgbClr val="000000"/>
                </a:solidFill>
                <a:effectLst/>
                <a:latin typeface="Avenir" charset="0"/>
                <a:ea typeface="Avenir" charset="0"/>
                <a:cs typeface="Avenir" charset="0"/>
                <a:sym typeface="Avenir Roman" charset="0"/>
              </a:rPr>
              <a:t>avicultura</a:t>
            </a:r>
            <a:r>
              <a:rPr lang="en-US" sz="2400" kern="1200" dirty="0">
                <a:solidFill>
                  <a:srgbClr val="000000"/>
                </a:solidFill>
                <a:effectLst/>
                <a:latin typeface="Avenir" charset="0"/>
                <a:ea typeface="Avenir" charset="0"/>
                <a:cs typeface="Avenir" charset="0"/>
                <a:sym typeface="Avenir Roman" charset="0"/>
              </a:rPr>
              <a:t> y </a:t>
            </a:r>
            <a:r>
              <a:rPr lang="en-US" sz="2400" kern="1200" dirty="0" err="1">
                <a:solidFill>
                  <a:srgbClr val="000000"/>
                </a:solidFill>
                <a:effectLst/>
                <a:latin typeface="Avenir" charset="0"/>
                <a:ea typeface="Avenir" charset="0"/>
                <a:cs typeface="Avenir" charset="0"/>
                <a:sym typeface="Avenir Roman" charset="0"/>
              </a:rPr>
              <a:t>porcicultura</a:t>
            </a:r>
            <a:r>
              <a:rPr lang="en-US" sz="2400" kern="1200" dirty="0">
                <a:solidFill>
                  <a:srgbClr val="000000"/>
                </a:solidFill>
                <a:effectLst/>
                <a:latin typeface="Avenir" charset="0"/>
                <a:ea typeface="Avenir" charset="0"/>
                <a:cs typeface="Avenir" charset="0"/>
                <a:sym typeface="Avenir Roman" charset="0"/>
              </a:rPr>
              <a:t>."</a:t>
            </a:r>
            <a:br>
              <a:rPr lang="en-US" sz="2400" kern="1200" dirty="0">
                <a:solidFill>
                  <a:srgbClr val="000000"/>
                </a:solidFill>
                <a:effectLst/>
                <a:latin typeface="Avenir" charset="0"/>
                <a:ea typeface="Avenir" charset="0"/>
                <a:cs typeface="Avenir" charset="0"/>
                <a:sym typeface="Avenir Roman" charset="0"/>
              </a:rPr>
            </a:br>
            <a:br>
              <a:rPr lang="en-US" sz="2400" kern="1200" dirty="0">
                <a:solidFill>
                  <a:srgbClr val="000000"/>
                </a:solidFill>
                <a:effectLst/>
                <a:latin typeface="Avenir" charset="0"/>
                <a:ea typeface="Avenir" charset="0"/>
                <a:cs typeface="Avenir" charset="0"/>
                <a:sym typeface="Avenir Roman" charset="0"/>
              </a:rPr>
            </a:br>
            <a:r>
              <a:rPr lang="en-US" sz="2400" kern="1200" dirty="0">
                <a:solidFill>
                  <a:srgbClr val="000000"/>
                </a:solidFill>
                <a:effectLst/>
                <a:latin typeface="Avenir" charset="0"/>
                <a:ea typeface="Avenir" charset="0"/>
                <a:cs typeface="Avenir" charset="0"/>
                <a:sym typeface="Avenir Roman" charset="0"/>
              </a:rPr>
              <a:t>[P3] "El motor </a:t>
            </a:r>
            <a:r>
              <a:rPr lang="en-US" sz="2400" kern="1200" dirty="0" err="1">
                <a:solidFill>
                  <a:srgbClr val="000000"/>
                </a:solidFill>
                <a:effectLst/>
                <a:latin typeface="Avenir" charset="0"/>
                <a:ea typeface="Avenir" charset="0"/>
                <a:cs typeface="Avenir" charset="0"/>
                <a:sym typeface="Avenir Roman" charset="0"/>
              </a:rPr>
              <a:t>matemático</a:t>
            </a:r>
            <a:r>
              <a:rPr lang="en-US" sz="2400" kern="1200" dirty="0">
                <a:solidFill>
                  <a:srgbClr val="000000"/>
                </a:solidFill>
                <a:effectLst/>
                <a:latin typeface="Avenir" charset="0"/>
                <a:ea typeface="Avenir" charset="0"/>
                <a:cs typeface="Avenir" charset="0"/>
                <a:sym typeface="Avenir Roman" charset="0"/>
              </a:rPr>
              <a:t> y la </a:t>
            </a:r>
            <a:r>
              <a:rPr lang="en-US" sz="2400" kern="1200" dirty="0" err="1">
                <a:solidFill>
                  <a:srgbClr val="000000"/>
                </a:solidFill>
                <a:effectLst/>
                <a:latin typeface="Avenir" charset="0"/>
                <a:ea typeface="Avenir" charset="0"/>
                <a:cs typeface="Avenir" charset="0"/>
                <a:sym typeface="Avenir Roman" charset="0"/>
              </a:rPr>
              <a:t>arquitectura</a:t>
            </a:r>
            <a:r>
              <a:rPr lang="en-US" sz="2400" kern="1200" dirty="0">
                <a:solidFill>
                  <a:srgbClr val="000000"/>
                </a:solidFill>
                <a:effectLst/>
                <a:latin typeface="Avenir" charset="0"/>
                <a:ea typeface="Avenir" charset="0"/>
                <a:cs typeface="Avenir" charset="0"/>
                <a:sym typeface="Avenir Roman" charset="0"/>
              </a:rPr>
              <a:t> </a:t>
            </a:r>
            <a:r>
              <a:rPr lang="en-US" sz="2400" kern="1200" dirty="0" err="1">
                <a:solidFill>
                  <a:srgbClr val="000000"/>
                </a:solidFill>
                <a:effectLst/>
                <a:latin typeface="Avenir" charset="0"/>
                <a:ea typeface="Avenir" charset="0"/>
                <a:cs typeface="Avenir" charset="0"/>
                <a:sym typeface="Avenir Roman" charset="0"/>
              </a:rPr>
              <a:t>que</a:t>
            </a:r>
            <a:r>
              <a:rPr lang="en-US" sz="2400" kern="1200" dirty="0">
                <a:solidFill>
                  <a:srgbClr val="000000"/>
                </a:solidFill>
                <a:effectLst/>
                <a:latin typeface="Avenir" charset="0"/>
                <a:ea typeface="Avenir" charset="0"/>
                <a:cs typeface="Avenir" charset="0"/>
                <a:sym typeface="Avenir Roman" charset="0"/>
              </a:rPr>
              <a:t> </a:t>
            </a:r>
            <a:r>
              <a:rPr lang="en-US" sz="2400" kern="1200" dirty="0" err="1">
                <a:solidFill>
                  <a:srgbClr val="000000"/>
                </a:solidFill>
                <a:effectLst/>
                <a:latin typeface="Avenir" charset="0"/>
                <a:ea typeface="Avenir" charset="0"/>
                <a:cs typeface="Avenir" charset="0"/>
                <a:sym typeface="Avenir Roman" charset="0"/>
              </a:rPr>
              <a:t>construimos</a:t>
            </a:r>
            <a:r>
              <a:rPr lang="en-US" sz="2400" kern="1200" dirty="0">
                <a:solidFill>
                  <a:srgbClr val="000000"/>
                </a:solidFill>
                <a:effectLst/>
                <a:latin typeface="Avenir" charset="0"/>
                <a:ea typeface="Avenir" charset="0"/>
                <a:cs typeface="Avenir" charset="0"/>
                <a:sym typeface="Avenir Roman" charset="0"/>
              </a:rPr>
              <a:t> son </a:t>
            </a:r>
            <a:r>
              <a:rPr lang="en-US" sz="2400" kern="1200" dirty="0" err="1">
                <a:solidFill>
                  <a:srgbClr val="000000"/>
                </a:solidFill>
                <a:effectLst/>
                <a:latin typeface="Avenir" charset="0"/>
                <a:ea typeface="Avenir" charset="0"/>
                <a:cs typeface="Avenir" charset="0"/>
                <a:sym typeface="Avenir Roman" charset="0"/>
              </a:rPr>
              <a:t>reutilizables</a:t>
            </a:r>
            <a:r>
              <a:rPr lang="en-US" sz="2400" kern="1200" dirty="0">
                <a:solidFill>
                  <a:srgbClr val="000000"/>
                </a:solidFill>
                <a:effectLst/>
                <a:latin typeface="Avenir" charset="0"/>
                <a:ea typeface="Avenir" charset="0"/>
                <a:cs typeface="Avenir" charset="0"/>
                <a:sym typeface="Avenir Roman" charset="0"/>
              </a:rPr>
              <a:t> para </a:t>
            </a:r>
            <a:r>
              <a:rPr lang="en-US" sz="2400" kern="1200" dirty="0" err="1">
                <a:solidFill>
                  <a:srgbClr val="000000"/>
                </a:solidFill>
                <a:effectLst/>
                <a:latin typeface="Avenir" charset="0"/>
                <a:ea typeface="Avenir" charset="0"/>
                <a:cs typeface="Avenir" charset="0"/>
                <a:sym typeface="Avenir Roman" charset="0"/>
              </a:rPr>
              <a:t>cualquier</a:t>
            </a:r>
            <a:r>
              <a:rPr lang="en-US" sz="2400" kern="1200" dirty="0">
                <a:solidFill>
                  <a:srgbClr val="000000"/>
                </a:solidFill>
                <a:effectLst/>
                <a:latin typeface="Avenir" charset="0"/>
                <a:ea typeface="Avenir" charset="0"/>
                <a:cs typeface="Avenir" charset="0"/>
                <a:sym typeface="Avenir Roman" charset="0"/>
              </a:rPr>
              <a:t> </a:t>
            </a:r>
            <a:r>
              <a:rPr lang="en-US" sz="2400" kern="1200" dirty="0" err="1">
                <a:solidFill>
                  <a:srgbClr val="000000"/>
                </a:solidFill>
                <a:effectLst/>
                <a:latin typeface="Avenir" charset="0"/>
                <a:ea typeface="Avenir" charset="0"/>
                <a:cs typeface="Avenir" charset="0"/>
                <a:sym typeface="Avenir Roman" charset="0"/>
              </a:rPr>
              <a:t>especie</a:t>
            </a:r>
            <a:r>
              <a:rPr lang="en-US" sz="2400" kern="1200" dirty="0">
                <a:solidFill>
                  <a:srgbClr val="000000"/>
                </a:solidFill>
                <a:effectLst/>
                <a:latin typeface="Avenir" charset="0"/>
                <a:ea typeface="Avenir" charset="0"/>
                <a:cs typeface="Avenir" charset="0"/>
                <a:sym typeface="Avenir Roman" charset="0"/>
              </a:rPr>
              <a:t> </a:t>
            </a:r>
            <a:r>
              <a:rPr lang="en-US" sz="2400" kern="1200" dirty="0" err="1">
                <a:solidFill>
                  <a:srgbClr val="000000"/>
                </a:solidFill>
                <a:effectLst/>
                <a:latin typeface="Avenir" charset="0"/>
                <a:ea typeface="Avenir" charset="0"/>
                <a:cs typeface="Avenir" charset="0"/>
                <a:sym typeface="Avenir Roman" charset="0"/>
              </a:rPr>
              <a:t>productiva</a:t>
            </a:r>
            <a:r>
              <a:rPr lang="en-US" sz="2400" kern="1200" dirty="0">
                <a:solidFill>
                  <a:srgbClr val="000000"/>
                </a:solidFill>
                <a:effectLst/>
                <a:latin typeface="Avenir" charset="0"/>
                <a:ea typeface="Avenir" charset="0"/>
                <a:cs typeface="Avenir" charset="0"/>
                <a:sym typeface="Avenir Roman" charset="0"/>
              </a:rPr>
              <a:t>. Caporal AI es, </a:t>
            </a:r>
            <a:r>
              <a:rPr lang="en-US" sz="2400" kern="1200" dirty="0" err="1">
                <a:solidFill>
                  <a:srgbClr val="000000"/>
                </a:solidFill>
                <a:effectLst/>
                <a:latin typeface="Avenir" charset="0"/>
                <a:ea typeface="Avenir" charset="0"/>
                <a:cs typeface="Avenir" charset="0"/>
                <a:sym typeface="Avenir Roman" charset="0"/>
              </a:rPr>
              <a:t>en</a:t>
            </a:r>
            <a:r>
              <a:rPr lang="en-US" sz="2400" kern="1200" dirty="0">
                <a:solidFill>
                  <a:srgbClr val="000000"/>
                </a:solidFill>
                <a:effectLst/>
                <a:latin typeface="Avenir" charset="0"/>
                <a:ea typeface="Avenir" charset="0"/>
                <a:cs typeface="Avenir" charset="0"/>
                <a:sym typeface="Avenir Roman" charset="0"/>
              </a:rPr>
              <a:t> </a:t>
            </a:r>
            <a:r>
              <a:rPr lang="en-US" sz="2400" kern="1200" dirty="0" err="1">
                <a:solidFill>
                  <a:srgbClr val="000000"/>
                </a:solidFill>
                <a:effectLst/>
                <a:latin typeface="Avenir" charset="0"/>
                <a:ea typeface="Avenir" charset="0"/>
                <a:cs typeface="Avenir" charset="0"/>
                <a:sym typeface="Avenir Roman" charset="0"/>
              </a:rPr>
              <a:t>esencia</a:t>
            </a:r>
            <a:r>
              <a:rPr lang="en-US" sz="2400" kern="1200" dirty="0">
                <a:solidFill>
                  <a:srgbClr val="000000"/>
                </a:solidFill>
                <a:effectLst/>
                <a:latin typeface="Avenir" charset="0"/>
                <a:ea typeface="Avenir" charset="0"/>
                <a:cs typeface="Avenir" charset="0"/>
                <a:sym typeface="Avenir Roman" charset="0"/>
              </a:rPr>
              <a:t>, </a:t>
            </a:r>
            <a:r>
              <a:rPr lang="en-US" sz="2400" kern="1200" dirty="0" err="1">
                <a:solidFill>
                  <a:srgbClr val="000000"/>
                </a:solidFill>
                <a:effectLst/>
                <a:latin typeface="Avenir" charset="0"/>
                <a:ea typeface="Avenir" charset="0"/>
                <a:cs typeface="Avenir" charset="0"/>
                <a:sym typeface="Avenir Roman" charset="0"/>
              </a:rPr>
              <a:t>una</a:t>
            </a:r>
            <a:r>
              <a:rPr lang="en-US" sz="2400" kern="1200" dirty="0">
                <a:solidFill>
                  <a:srgbClr val="000000"/>
                </a:solidFill>
                <a:effectLst/>
                <a:latin typeface="Avenir" charset="0"/>
                <a:ea typeface="Avenir" charset="0"/>
                <a:cs typeface="Avenir" charset="0"/>
                <a:sym typeface="Avenir Roman" charset="0"/>
              </a:rPr>
              <a:t> </a:t>
            </a:r>
            <a:r>
              <a:rPr lang="en-US" sz="2400" kern="1200" dirty="0" err="1">
                <a:solidFill>
                  <a:srgbClr val="000000"/>
                </a:solidFill>
                <a:effectLst/>
                <a:latin typeface="Avenir" charset="0"/>
                <a:ea typeface="Avenir" charset="0"/>
                <a:cs typeface="Avenir" charset="0"/>
                <a:sym typeface="Avenir Roman" charset="0"/>
              </a:rPr>
              <a:t>plataforma</a:t>
            </a:r>
            <a:r>
              <a:rPr lang="en-US" sz="2400" kern="1200" dirty="0">
                <a:solidFill>
                  <a:srgbClr val="000000"/>
                </a:solidFill>
                <a:effectLst/>
                <a:latin typeface="Avenir" charset="0"/>
                <a:ea typeface="Avenir" charset="0"/>
                <a:cs typeface="Avenir" charset="0"/>
                <a:sym typeface="Avenir Roman" charset="0"/>
              </a:rPr>
              <a:t> de </a:t>
            </a:r>
            <a:r>
              <a:rPr lang="en-US" sz="2400" kern="1200" dirty="0" err="1">
                <a:solidFill>
                  <a:srgbClr val="000000"/>
                </a:solidFill>
                <a:effectLst/>
                <a:latin typeface="Avenir" charset="0"/>
                <a:ea typeface="Avenir" charset="0"/>
                <a:cs typeface="Avenir" charset="0"/>
                <a:sym typeface="Avenir Roman" charset="0"/>
              </a:rPr>
              <a:t>optimización</a:t>
            </a:r>
            <a:r>
              <a:rPr lang="en-US" sz="2400" kern="1200" dirty="0">
                <a:solidFill>
                  <a:srgbClr val="000000"/>
                </a:solidFill>
                <a:effectLst/>
                <a:latin typeface="Avenir" charset="0"/>
                <a:ea typeface="Avenir" charset="0"/>
                <a:cs typeface="Avenir" charset="0"/>
                <a:sym typeface="Avenir Roman" charset="0"/>
              </a:rPr>
              <a:t> </a:t>
            </a:r>
            <a:r>
              <a:rPr lang="en-US" sz="2400" kern="1200" dirty="0" err="1">
                <a:solidFill>
                  <a:srgbClr val="000000"/>
                </a:solidFill>
                <a:effectLst/>
                <a:latin typeface="Avenir" charset="0"/>
                <a:ea typeface="Avenir" charset="0"/>
                <a:cs typeface="Avenir" charset="0"/>
                <a:sym typeface="Avenir Roman" charset="0"/>
              </a:rPr>
              <a:t>nutricional</a:t>
            </a:r>
            <a:r>
              <a:rPr lang="en-US" sz="2400" kern="1200" dirty="0">
                <a:solidFill>
                  <a:srgbClr val="000000"/>
                </a:solidFill>
                <a:effectLst/>
                <a:latin typeface="Avenir" charset="0"/>
                <a:ea typeface="Avenir" charset="0"/>
                <a:cs typeface="Avenir" charset="0"/>
                <a:sym typeface="Avenir Roman" charset="0"/>
              </a:rPr>
              <a:t> con IA </a:t>
            </a:r>
            <a:r>
              <a:rPr lang="en-US" sz="2400" kern="1200" dirty="0" err="1">
                <a:solidFill>
                  <a:srgbClr val="000000"/>
                </a:solidFill>
                <a:effectLst/>
                <a:latin typeface="Avenir" charset="0"/>
                <a:ea typeface="Avenir" charset="0"/>
                <a:cs typeface="Avenir" charset="0"/>
                <a:sym typeface="Avenir Roman" charset="0"/>
              </a:rPr>
              <a:t>conversacional</a:t>
            </a:r>
            <a:r>
              <a:rPr lang="en-US" sz="2400" kern="1200" dirty="0">
                <a:solidFill>
                  <a:srgbClr val="000000"/>
                </a:solidFill>
                <a:effectLst/>
                <a:latin typeface="Avenir" charset="0"/>
                <a:ea typeface="Avenir" charset="0"/>
                <a:cs typeface="Avenir" charset="0"/>
                <a:sym typeface="Avenir Roman" charset="0"/>
              </a:rPr>
              <a:t>. </a:t>
            </a:r>
            <a:r>
              <a:rPr lang="en-US" sz="2400" kern="1200" dirty="0" err="1">
                <a:solidFill>
                  <a:srgbClr val="000000"/>
                </a:solidFill>
                <a:effectLst/>
                <a:latin typeface="Avenir" charset="0"/>
                <a:ea typeface="Avenir" charset="0"/>
                <a:cs typeface="Avenir" charset="0"/>
                <a:sym typeface="Avenir Roman" charset="0"/>
              </a:rPr>
              <a:t>Muchas</a:t>
            </a:r>
            <a:r>
              <a:rPr lang="en-US" sz="2400" kern="1200" dirty="0">
                <a:solidFill>
                  <a:srgbClr val="000000"/>
                </a:solidFill>
                <a:effectLst/>
                <a:latin typeface="Avenir" charset="0"/>
                <a:ea typeface="Avenir" charset="0"/>
                <a:cs typeface="Avenir" charset="0"/>
                <a:sym typeface="Avenir Roman" charset="0"/>
              </a:rPr>
              <a:t> gracias </a:t>
            </a:r>
            <a:r>
              <a:rPr lang="en-US" sz="2400" kern="1200" dirty="0" err="1">
                <a:solidFill>
                  <a:srgbClr val="000000"/>
                </a:solidFill>
                <a:effectLst/>
                <a:latin typeface="Avenir" charset="0"/>
                <a:ea typeface="Avenir" charset="0"/>
                <a:cs typeface="Avenir" charset="0"/>
                <a:sym typeface="Avenir Roman" charset="0"/>
              </a:rPr>
              <a:t>por</a:t>
            </a:r>
            <a:r>
              <a:rPr lang="en-US" sz="2400" kern="1200" dirty="0">
                <a:solidFill>
                  <a:srgbClr val="000000"/>
                </a:solidFill>
                <a:effectLst/>
                <a:latin typeface="Avenir" charset="0"/>
                <a:ea typeface="Avenir" charset="0"/>
                <a:cs typeface="Avenir" charset="0"/>
                <a:sym typeface="Avenir Roman" charset="0"/>
              </a:rPr>
              <a:t> </a:t>
            </a:r>
            <a:r>
              <a:rPr lang="en-US" sz="2400" kern="1200" dirty="0" err="1">
                <a:solidFill>
                  <a:srgbClr val="000000"/>
                </a:solidFill>
                <a:effectLst/>
                <a:latin typeface="Avenir" charset="0"/>
                <a:ea typeface="Avenir" charset="0"/>
                <a:cs typeface="Avenir" charset="0"/>
                <a:sym typeface="Avenir Roman" charset="0"/>
              </a:rPr>
              <a:t>su</a:t>
            </a:r>
            <a:r>
              <a:rPr lang="en-US" sz="2400" kern="1200" dirty="0">
                <a:solidFill>
                  <a:srgbClr val="000000"/>
                </a:solidFill>
                <a:effectLst/>
                <a:latin typeface="Avenir" charset="0"/>
                <a:ea typeface="Avenir" charset="0"/>
                <a:cs typeface="Avenir" charset="0"/>
                <a:sym typeface="Avenir Roman" charset="0"/>
              </a:rPr>
              <a:t> </a:t>
            </a:r>
            <a:r>
              <a:rPr lang="en-US" sz="2400" kern="1200" dirty="0" err="1">
                <a:solidFill>
                  <a:srgbClr val="000000"/>
                </a:solidFill>
                <a:effectLst/>
                <a:latin typeface="Avenir" charset="0"/>
                <a:ea typeface="Avenir" charset="0"/>
                <a:cs typeface="Avenir" charset="0"/>
                <a:sym typeface="Avenir Roman" charset="0"/>
              </a:rPr>
              <a:t>atención</a:t>
            </a:r>
            <a:r>
              <a:rPr lang="en-US" sz="2400" kern="1200" dirty="0">
                <a:solidFill>
                  <a:srgbClr val="000000"/>
                </a:solidFill>
                <a:effectLst/>
                <a:latin typeface="Avenir" charset="0"/>
                <a:ea typeface="Avenir" charset="0"/>
                <a:cs typeface="Avenir" charset="0"/>
                <a:sym typeface="Avenir Roman" charset="0"/>
              </a:rPr>
              <a:t>, </a:t>
            </a:r>
            <a:r>
              <a:rPr lang="en-US" sz="2400" kern="1200" dirty="0" err="1">
                <a:solidFill>
                  <a:srgbClr val="000000"/>
                </a:solidFill>
                <a:effectLst/>
                <a:latin typeface="Avenir" charset="0"/>
                <a:ea typeface="Avenir" charset="0"/>
                <a:cs typeface="Avenir" charset="0"/>
                <a:sym typeface="Avenir Roman" charset="0"/>
              </a:rPr>
              <a:t>estamos</a:t>
            </a:r>
            <a:r>
              <a:rPr lang="en-US" sz="2400" kern="1200" dirty="0">
                <a:solidFill>
                  <a:srgbClr val="000000"/>
                </a:solidFill>
                <a:effectLst/>
                <a:latin typeface="Avenir" charset="0"/>
                <a:ea typeface="Avenir" charset="0"/>
                <a:cs typeface="Avenir" charset="0"/>
                <a:sym typeface="Avenir Roman" charset="0"/>
              </a:rPr>
              <a:t> a </a:t>
            </a:r>
            <a:r>
              <a:rPr lang="en-US" sz="2400" kern="1200" dirty="0" err="1">
                <a:solidFill>
                  <a:srgbClr val="000000"/>
                </a:solidFill>
                <a:effectLst/>
                <a:latin typeface="Avenir" charset="0"/>
                <a:ea typeface="Avenir" charset="0"/>
                <a:cs typeface="Avenir" charset="0"/>
                <a:sym typeface="Avenir Roman" charset="0"/>
              </a:rPr>
              <a:t>su</a:t>
            </a:r>
            <a:r>
              <a:rPr lang="en-US" sz="2400" kern="1200" dirty="0">
                <a:solidFill>
                  <a:srgbClr val="000000"/>
                </a:solidFill>
                <a:effectLst/>
                <a:latin typeface="Avenir" charset="0"/>
                <a:ea typeface="Avenir" charset="0"/>
                <a:cs typeface="Avenir" charset="0"/>
                <a:sym typeface="Avenir Roman" charset="0"/>
              </a:rPr>
              <a:t> </a:t>
            </a:r>
            <a:r>
              <a:rPr lang="en-US" sz="2400" kern="1200" dirty="0" err="1">
                <a:solidFill>
                  <a:srgbClr val="000000"/>
                </a:solidFill>
                <a:effectLst/>
                <a:latin typeface="Avenir" charset="0"/>
                <a:ea typeface="Avenir" charset="0"/>
                <a:cs typeface="Avenir" charset="0"/>
                <a:sym typeface="Avenir Roman" charset="0"/>
              </a:rPr>
              <a:t>disposición</a:t>
            </a:r>
            <a:r>
              <a:rPr lang="en-US" sz="2400" kern="1200" dirty="0">
                <a:solidFill>
                  <a:srgbClr val="000000"/>
                </a:solidFill>
                <a:effectLst/>
                <a:latin typeface="Avenir" charset="0"/>
                <a:ea typeface="Avenir" charset="0"/>
                <a:cs typeface="Avenir" charset="0"/>
                <a:sym typeface="Avenir Roman" charset="0"/>
              </a:rPr>
              <a:t> para </a:t>
            </a:r>
            <a:r>
              <a:rPr lang="en-US" sz="2400" kern="1200" dirty="0" err="1">
                <a:solidFill>
                  <a:srgbClr val="000000"/>
                </a:solidFill>
                <a:effectLst/>
                <a:latin typeface="Avenir" charset="0"/>
                <a:ea typeface="Avenir" charset="0"/>
                <a:cs typeface="Avenir" charset="0"/>
                <a:sym typeface="Avenir Roman" charset="0"/>
              </a:rPr>
              <a:t>cualquier</a:t>
            </a:r>
            <a:r>
              <a:rPr lang="en-US" sz="2400" kern="1200" dirty="0">
                <a:solidFill>
                  <a:srgbClr val="000000"/>
                </a:solidFill>
                <a:effectLst/>
                <a:latin typeface="Avenir" charset="0"/>
                <a:ea typeface="Avenir" charset="0"/>
                <a:cs typeface="Avenir" charset="0"/>
                <a:sym typeface="Avenir Roman" charset="0"/>
              </a:rPr>
              <a:t> </a:t>
            </a:r>
            <a:r>
              <a:rPr lang="en-US" sz="2400" kern="1200" dirty="0" err="1">
                <a:solidFill>
                  <a:srgbClr val="000000"/>
                </a:solidFill>
                <a:effectLst/>
                <a:latin typeface="Avenir" charset="0"/>
                <a:ea typeface="Avenir" charset="0"/>
                <a:cs typeface="Avenir" charset="0"/>
                <a:sym typeface="Avenir Roman" charset="0"/>
              </a:rPr>
              <a:t>pregunta</a:t>
            </a:r>
            <a:r>
              <a:rPr lang="en-US" sz="2400" kern="1200" dirty="0">
                <a:solidFill>
                  <a:srgbClr val="000000"/>
                </a:solidFill>
                <a:effectLst/>
                <a:latin typeface="Avenir" charset="0"/>
                <a:ea typeface="Avenir" charset="0"/>
                <a:cs typeface="Avenir" charset="0"/>
                <a:sym typeface="Avenir Roman" charset="0"/>
              </a:rPr>
              <a:t>."</a:t>
            </a:r>
            <a:br>
              <a:rPr lang="en-US" sz="2400" kern="1200" dirty="0">
                <a:solidFill>
                  <a:srgbClr val="000000"/>
                </a:solidFill>
                <a:effectLst/>
                <a:latin typeface="Avenir" charset="0"/>
                <a:ea typeface="Avenir" charset="0"/>
                <a:cs typeface="Avenir" charset="0"/>
                <a:sym typeface="Avenir Roman" charset="0"/>
              </a:rPr>
            </a:br>
            <a:br>
              <a:rPr lang="en-US" sz="2400" kern="1200" dirty="0">
                <a:solidFill>
                  <a:srgbClr val="000000"/>
                </a:solidFill>
                <a:effectLst/>
                <a:latin typeface="Avenir" charset="0"/>
                <a:ea typeface="Avenir" charset="0"/>
                <a:cs typeface="Avenir" charset="0"/>
                <a:sym typeface="Avenir Roman" charset="0"/>
              </a:rPr>
            </a:br>
            <a:r>
              <a:rPr lang="en-US" sz="2400" kern="1200" dirty="0">
                <a:solidFill>
                  <a:srgbClr val="000000"/>
                </a:solidFill>
                <a:effectLst/>
                <a:latin typeface="Avenir" charset="0"/>
                <a:ea typeface="Avenir" charset="0"/>
                <a:cs typeface="Avenir" charset="0"/>
                <a:sym typeface="Avenir Roman" charset="0"/>
              </a:rPr>
              <a:t>⏱ ~1:00 min. | 💡 Reglas de Oro (</a:t>
            </a:r>
            <a:r>
              <a:rPr lang="en-US" sz="2400" kern="1200" dirty="0" err="1">
                <a:solidFill>
                  <a:srgbClr val="000000"/>
                </a:solidFill>
                <a:effectLst/>
                <a:latin typeface="Avenir" charset="0"/>
                <a:ea typeface="Avenir" charset="0"/>
                <a:cs typeface="Avenir" charset="0"/>
                <a:sym typeface="Avenir Roman" charset="0"/>
              </a:rPr>
              <a:t>recordatorio</a:t>
            </a:r>
            <a:r>
              <a:rPr lang="en-US" sz="2400" kern="1200" dirty="0">
                <a:solidFill>
                  <a:srgbClr val="000000"/>
                </a:solidFill>
                <a:effectLst/>
                <a:latin typeface="Avenir" charset="0"/>
                <a:ea typeface="Avenir" charset="0"/>
                <a:cs typeface="Avenir" charset="0"/>
                <a:sym typeface="Avenir Roman" charset="0"/>
              </a:rPr>
              <a:t>): No leer, </a:t>
            </a:r>
            <a:r>
              <a:rPr lang="en-US" sz="2400" kern="1200" dirty="0" err="1">
                <a:solidFill>
                  <a:srgbClr val="000000"/>
                </a:solidFill>
                <a:effectLst/>
                <a:latin typeface="Avenir" charset="0"/>
                <a:ea typeface="Avenir" charset="0"/>
                <a:cs typeface="Avenir" charset="0"/>
                <a:sym typeface="Avenir Roman" charset="0"/>
              </a:rPr>
              <a:t>cámaras</a:t>
            </a:r>
            <a:r>
              <a:rPr lang="en-US" sz="2400" kern="1200" dirty="0">
                <a:solidFill>
                  <a:srgbClr val="000000"/>
                </a:solidFill>
                <a:effectLst/>
                <a:latin typeface="Avenir" charset="0"/>
                <a:ea typeface="Avenir" charset="0"/>
                <a:cs typeface="Avenir" charset="0"/>
                <a:sym typeface="Avenir Roman" charset="0"/>
              </a:rPr>
              <a:t> </a:t>
            </a:r>
            <a:r>
              <a:rPr lang="en-US" sz="2400" kern="1200" dirty="0" err="1">
                <a:solidFill>
                  <a:srgbClr val="000000"/>
                </a:solidFill>
                <a:effectLst/>
                <a:latin typeface="Avenir" charset="0"/>
                <a:ea typeface="Avenir" charset="0"/>
                <a:cs typeface="Avenir" charset="0"/>
                <a:sym typeface="Avenir Roman" charset="0"/>
              </a:rPr>
              <a:t>encendidas</a:t>
            </a:r>
            <a:r>
              <a:rPr lang="en-US" sz="2400" kern="1200" dirty="0">
                <a:solidFill>
                  <a:srgbClr val="000000"/>
                </a:solidFill>
                <a:effectLst/>
                <a:latin typeface="Avenir" charset="0"/>
                <a:ea typeface="Avenir" charset="0"/>
                <a:cs typeface="Avenir" charset="0"/>
                <a:sym typeface="Avenir Roman" charset="0"/>
              </a:rPr>
              <a:t>, ≤10-15 min total.</a:t>
            </a:r>
            <a:endParaRPr lang="en-US" dirty="0">
              <a:effectLst/>
            </a:endParaRPr>
          </a:p>
          <a:p>
            <a:pPr marL="0" indent="0">
              <a:buFont typeface="Arial" panose="020B0604020202020204" pitchFamily="34" charset="0"/>
              <a:buNone/>
            </a:pPr>
            <a:endParaRPr lang="es-ES" dirty="0"/>
          </a:p>
        </p:txBody>
      </p:sp>
    </p:spTree>
    <p:extLst>
      <p:ext uri="{BB962C8B-B14F-4D97-AF65-F5344CB8AC3E}">
        <p14:creationId xmlns:p14="http://schemas.microsoft.com/office/powerpoint/2010/main" val="1615901719"/>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Diapositiva de título">
    <p:spTree>
      <p:nvGrpSpPr>
        <p:cNvPr id="1" name=""/>
        <p:cNvGrpSpPr/>
        <p:nvPr/>
      </p:nvGrpSpPr>
      <p:grpSpPr>
        <a:xfrm>
          <a:off x="0" y="0"/>
          <a:ext cx="0" cy="0"/>
          <a:chOff x="0" y="0"/>
          <a:chExt cx="0" cy="0"/>
        </a:xfrm>
      </p:grpSpPr>
      <p:sp>
        <p:nvSpPr>
          <p:cNvPr id="2" name="Título 1"/>
          <p:cNvSpPr>
            <a:spLocks noGrp="1"/>
          </p:cNvSpPr>
          <p:nvPr>
            <p:ph type="ctrTitle"/>
          </p:nvPr>
        </p:nvSpPr>
        <p:spPr>
          <a:xfrm>
            <a:off x="685800" y="2130425"/>
            <a:ext cx="7772400" cy="1470025"/>
          </a:xfrm>
        </p:spPr>
        <p:txBody>
          <a:bodyPr/>
          <a:lstStyle/>
          <a:p>
            <a:r>
              <a:rPr lang="es-ES_tradnl"/>
              <a:t>Clic para editar título</a:t>
            </a:r>
          </a:p>
        </p:txBody>
      </p:sp>
      <p:sp>
        <p:nvSpPr>
          <p:cNvPr id="3" name="Subtítulo 2"/>
          <p:cNvSpPr>
            <a:spLocks noGrp="1"/>
          </p:cNvSpPr>
          <p:nvPr>
            <p:ph type="subTitle" idx="1"/>
          </p:nvPr>
        </p:nvSpPr>
        <p:spPr>
          <a:xfrm>
            <a:off x="1371600" y="3886200"/>
            <a:ext cx="6400800" cy="1752600"/>
          </a:xfrm>
          <a:prstGeom prst="rect">
            <a:avLst/>
          </a:prstGeom>
        </p:spPr>
        <p:txBody>
          <a:bodyPr vert="horz"/>
          <a:lstStyle>
            <a:lvl1pPr marL="0" indent="0" algn="ctr">
              <a:buNone/>
              <a:defRPr/>
            </a:lvl1pPr>
            <a:lvl2pPr marL="457200" indent="0" algn="ctr">
              <a:buNone/>
              <a:defRPr/>
            </a:lvl2pPr>
            <a:lvl3pPr marL="914400" indent="0" algn="ctr">
              <a:buNone/>
              <a:defRPr/>
            </a:lvl3pPr>
            <a:lvl4pPr marL="1371600" indent="0" algn="ctr">
              <a:buNone/>
              <a:defRPr/>
            </a:lvl4pPr>
            <a:lvl5pPr marL="1828800" indent="0" algn="ctr">
              <a:buNone/>
              <a:defRPr/>
            </a:lvl5pPr>
            <a:lvl6pPr marL="2286000" indent="0" algn="ctr">
              <a:buNone/>
              <a:defRPr/>
            </a:lvl6pPr>
            <a:lvl7pPr marL="2743200" indent="0" algn="ctr">
              <a:buNone/>
              <a:defRPr/>
            </a:lvl7pPr>
            <a:lvl8pPr marL="3200400" indent="0" algn="ctr">
              <a:buNone/>
              <a:defRPr/>
            </a:lvl8pPr>
            <a:lvl9pPr marL="3657600" indent="0" algn="ctr">
              <a:buNone/>
              <a:defRPr/>
            </a:lvl9pPr>
          </a:lstStyle>
          <a:p>
            <a:r>
              <a:rPr lang="es-ES_tradnl"/>
              <a:t>Haga clic para modificar el estilo de subtítulo del patrón</a:t>
            </a:r>
          </a:p>
        </p:txBody>
      </p:sp>
    </p:spTree>
    <p:extLst>
      <p:ext uri="{BB962C8B-B14F-4D97-AF65-F5344CB8AC3E}">
        <p14:creationId xmlns:p14="http://schemas.microsoft.com/office/powerpoint/2010/main" val="4918335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ítulo y objetos">
    <p:spTree>
      <p:nvGrpSpPr>
        <p:cNvPr id="1" name=""/>
        <p:cNvGrpSpPr/>
        <p:nvPr/>
      </p:nvGrpSpPr>
      <p:grpSpPr>
        <a:xfrm>
          <a:off x="0" y="0"/>
          <a:ext cx="0" cy="0"/>
          <a:chOff x="0" y="0"/>
          <a:chExt cx="0" cy="0"/>
        </a:xfrm>
      </p:grpSpPr>
      <p:sp>
        <p:nvSpPr>
          <p:cNvPr id="2" name="Título 1"/>
          <p:cNvSpPr>
            <a:spLocks noGrp="1"/>
          </p:cNvSpPr>
          <p:nvPr>
            <p:ph type="title"/>
          </p:nvPr>
        </p:nvSpPr>
        <p:spPr/>
        <p:txBody>
          <a:bodyPr/>
          <a:lstStyle/>
          <a:p>
            <a:r>
              <a:rPr lang="es-ES_tradnl"/>
              <a:t>Clic para editar título</a:t>
            </a:r>
          </a:p>
        </p:txBody>
      </p:sp>
      <p:sp>
        <p:nvSpPr>
          <p:cNvPr id="3" name="Marcador de contenido 2"/>
          <p:cNvSpPr>
            <a:spLocks noGrp="1"/>
          </p:cNvSpPr>
          <p:nvPr>
            <p:ph idx="1"/>
          </p:nvPr>
        </p:nvSpPr>
        <p:spPr>
          <a:xfrm>
            <a:off x="457200" y="1600200"/>
            <a:ext cx="8229600" cy="4525963"/>
          </a:xfrm>
          <a:prstGeom prst="rect">
            <a:avLst/>
          </a:prstGeom>
        </p:spPr>
        <p:txBody>
          <a:bodyPr vert="horz"/>
          <a:lstStyle/>
          <a:p>
            <a:pPr lvl="0"/>
            <a:r>
              <a:rPr lang="es-ES_tradnl"/>
              <a:t>Haga clic para modificar el estilo de texto del patrón</a:t>
            </a:r>
          </a:p>
          <a:p>
            <a:pPr lvl="1"/>
            <a:r>
              <a:rPr lang="es-ES_tradnl"/>
              <a:t>Segundo nivel</a:t>
            </a:r>
          </a:p>
          <a:p>
            <a:pPr lvl="2"/>
            <a:r>
              <a:rPr lang="es-ES_tradnl"/>
              <a:t>Tercer nivel</a:t>
            </a:r>
          </a:p>
          <a:p>
            <a:pPr lvl="3"/>
            <a:r>
              <a:rPr lang="es-ES_tradnl"/>
              <a:t>Cuarto nivel</a:t>
            </a:r>
          </a:p>
          <a:p>
            <a:pPr lvl="4"/>
            <a:r>
              <a:rPr lang="es-ES_tradnl"/>
              <a:t>Quinto nivel</a:t>
            </a:r>
          </a:p>
        </p:txBody>
      </p:sp>
    </p:spTree>
    <p:extLst>
      <p:ext uri="{BB962C8B-B14F-4D97-AF65-F5344CB8AC3E}">
        <p14:creationId xmlns:p14="http://schemas.microsoft.com/office/powerpoint/2010/main" val="2692903324"/>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Encabezado de sección">
    <p:spTree>
      <p:nvGrpSpPr>
        <p:cNvPr id="1" name=""/>
        <p:cNvGrpSpPr/>
        <p:nvPr/>
      </p:nvGrpSpPr>
      <p:grpSpPr>
        <a:xfrm>
          <a:off x="0" y="0"/>
          <a:ext cx="0" cy="0"/>
          <a:chOff x="0" y="0"/>
          <a:chExt cx="0" cy="0"/>
        </a:xfrm>
      </p:grpSpPr>
      <p:sp>
        <p:nvSpPr>
          <p:cNvPr id="2" name="Título 1"/>
          <p:cNvSpPr>
            <a:spLocks noGrp="1"/>
          </p:cNvSpPr>
          <p:nvPr>
            <p:ph type="title"/>
          </p:nvPr>
        </p:nvSpPr>
        <p:spPr>
          <a:xfrm>
            <a:off x="722313" y="4406900"/>
            <a:ext cx="7772400" cy="1362075"/>
          </a:xfrm>
        </p:spPr>
        <p:txBody>
          <a:bodyPr anchor="t"/>
          <a:lstStyle>
            <a:lvl1pPr algn="l">
              <a:defRPr sz="4000" b="1" cap="all"/>
            </a:lvl1pPr>
          </a:lstStyle>
          <a:p>
            <a:r>
              <a:rPr lang="es-ES_tradnl"/>
              <a:t>Clic para editar título</a:t>
            </a:r>
          </a:p>
        </p:txBody>
      </p:sp>
      <p:sp>
        <p:nvSpPr>
          <p:cNvPr id="3" name="Marcador de texto 2"/>
          <p:cNvSpPr>
            <a:spLocks noGrp="1"/>
          </p:cNvSpPr>
          <p:nvPr>
            <p:ph type="body" idx="1"/>
          </p:nvPr>
        </p:nvSpPr>
        <p:spPr>
          <a:xfrm>
            <a:off x="722313" y="2906713"/>
            <a:ext cx="7772400" cy="1500187"/>
          </a:xfrm>
          <a:prstGeom prst="rect">
            <a:avLst/>
          </a:prstGeom>
        </p:spPr>
        <p:txBody>
          <a:bodyPr vert="horz" anchor="b"/>
          <a:lstStyle>
            <a:lvl1pPr marL="0" indent="0">
              <a:buNone/>
              <a:defRPr sz="2000"/>
            </a:lvl1pPr>
            <a:lvl2pPr marL="457200" indent="0">
              <a:buNone/>
              <a:defRPr sz="1800"/>
            </a:lvl2pPr>
            <a:lvl3pPr marL="914400" indent="0">
              <a:buNone/>
              <a:defRPr sz="1600"/>
            </a:lvl3pPr>
            <a:lvl4pPr marL="1371600" indent="0">
              <a:buNone/>
              <a:defRPr sz="1400"/>
            </a:lvl4pPr>
            <a:lvl5pPr marL="1828800" indent="0">
              <a:buNone/>
              <a:defRPr sz="1400"/>
            </a:lvl5pPr>
            <a:lvl6pPr marL="2286000" indent="0">
              <a:buNone/>
              <a:defRPr sz="1400"/>
            </a:lvl6pPr>
            <a:lvl7pPr marL="2743200" indent="0">
              <a:buNone/>
              <a:defRPr sz="1400"/>
            </a:lvl7pPr>
            <a:lvl8pPr marL="3200400" indent="0">
              <a:buNone/>
              <a:defRPr sz="1400"/>
            </a:lvl8pPr>
            <a:lvl9pPr marL="3657600" indent="0">
              <a:buNone/>
              <a:defRPr sz="1400"/>
            </a:lvl9pPr>
          </a:lstStyle>
          <a:p>
            <a:pPr lvl="0"/>
            <a:r>
              <a:rPr lang="es-ES_tradnl"/>
              <a:t>Haga clic para modificar el estilo de texto del patrón</a:t>
            </a:r>
          </a:p>
        </p:txBody>
      </p:sp>
    </p:spTree>
    <p:extLst>
      <p:ext uri="{BB962C8B-B14F-4D97-AF65-F5344CB8AC3E}">
        <p14:creationId xmlns:p14="http://schemas.microsoft.com/office/powerpoint/2010/main" val="3811916253"/>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Dos objetos">
    <p:spTree>
      <p:nvGrpSpPr>
        <p:cNvPr id="1" name=""/>
        <p:cNvGrpSpPr/>
        <p:nvPr/>
      </p:nvGrpSpPr>
      <p:grpSpPr>
        <a:xfrm>
          <a:off x="0" y="0"/>
          <a:ext cx="0" cy="0"/>
          <a:chOff x="0" y="0"/>
          <a:chExt cx="0" cy="0"/>
        </a:xfrm>
      </p:grpSpPr>
      <p:sp>
        <p:nvSpPr>
          <p:cNvPr id="2" name="Título 1"/>
          <p:cNvSpPr>
            <a:spLocks noGrp="1"/>
          </p:cNvSpPr>
          <p:nvPr>
            <p:ph type="title"/>
          </p:nvPr>
        </p:nvSpPr>
        <p:spPr/>
        <p:txBody>
          <a:bodyPr/>
          <a:lstStyle/>
          <a:p>
            <a:r>
              <a:rPr lang="es-ES_tradnl"/>
              <a:t>Clic para editar título</a:t>
            </a:r>
          </a:p>
        </p:txBody>
      </p:sp>
      <p:sp>
        <p:nvSpPr>
          <p:cNvPr id="3" name="Marcador de contenido 2"/>
          <p:cNvSpPr>
            <a:spLocks noGrp="1"/>
          </p:cNvSpPr>
          <p:nvPr>
            <p:ph sz="half" idx="1"/>
          </p:nvPr>
        </p:nvSpPr>
        <p:spPr>
          <a:xfrm>
            <a:off x="457200" y="1600200"/>
            <a:ext cx="4038600" cy="4525963"/>
          </a:xfrm>
          <a:prstGeom prst="rect">
            <a:avLst/>
          </a:prstGeom>
        </p:spPr>
        <p:txBody>
          <a:bodyPr vert="horz"/>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s-ES_tradnl"/>
              <a:t>Haga clic para modificar el estilo de texto del patrón</a:t>
            </a:r>
          </a:p>
          <a:p>
            <a:pPr lvl="1"/>
            <a:r>
              <a:rPr lang="es-ES_tradnl"/>
              <a:t>Segundo nivel</a:t>
            </a:r>
          </a:p>
          <a:p>
            <a:pPr lvl="2"/>
            <a:r>
              <a:rPr lang="es-ES_tradnl"/>
              <a:t>Tercer nivel</a:t>
            </a:r>
          </a:p>
          <a:p>
            <a:pPr lvl="3"/>
            <a:r>
              <a:rPr lang="es-ES_tradnl"/>
              <a:t>Cuarto nivel</a:t>
            </a:r>
          </a:p>
          <a:p>
            <a:pPr lvl="4"/>
            <a:r>
              <a:rPr lang="es-ES_tradnl"/>
              <a:t>Quinto nivel</a:t>
            </a:r>
          </a:p>
        </p:txBody>
      </p:sp>
      <p:sp>
        <p:nvSpPr>
          <p:cNvPr id="4" name="Marcador de contenido 3"/>
          <p:cNvSpPr>
            <a:spLocks noGrp="1"/>
          </p:cNvSpPr>
          <p:nvPr>
            <p:ph sz="half" idx="2"/>
          </p:nvPr>
        </p:nvSpPr>
        <p:spPr>
          <a:xfrm>
            <a:off x="4648200" y="1600200"/>
            <a:ext cx="4038600" cy="4525963"/>
          </a:xfrm>
          <a:prstGeom prst="rect">
            <a:avLst/>
          </a:prstGeom>
        </p:spPr>
        <p:txBody>
          <a:bodyPr vert="horz"/>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s-ES_tradnl"/>
              <a:t>Haga clic para modificar el estilo de texto del patrón</a:t>
            </a:r>
          </a:p>
          <a:p>
            <a:pPr lvl="1"/>
            <a:r>
              <a:rPr lang="es-ES_tradnl"/>
              <a:t>Segundo nivel</a:t>
            </a:r>
          </a:p>
          <a:p>
            <a:pPr lvl="2"/>
            <a:r>
              <a:rPr lang="es-ES_tradnl"/>
              <a:t>Tercer nivel</a:t>
            </a:r>
          </a:p>
          <a:p>
            <a:pPr lvl="3"/>
            <a:r>
              <a:rPr lang="es-ES_tradnl"/>
              <a:t>Cuarto nivel</a:t>
            </a:r>
          </a:p>
          <a:p>
            <a:pPr lvl="4"/>
            <a:r>
              <a:rPr lang="es-ES_tradnl"/>
              <a:t>Quinto nivel</a:t>
            </a:r>
          </a:p>
        </p:txBody>
      </p:sp>
    </p:spTree>
    <p:extLst>
      <p:ext uri="{BB962C8B-B14F-4D97-AF65-F5344CB8AC3E}">
        <p14:creationId xmlns:p14="http://schemas.microsoft.com/office/powerpoint/2010/main" val="3461311423"/>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ación">
    <p:spTree>
      <p:nvGrpSpPr>
        <p:cNvPr id="1" name=""/>
        <p:cNvGrpSpPr/>
        <p:nvPr/>
      </p:nvGrpSpPr>
      <p:grpSpPr>
        <a:xfrm>
          <a:off x="0" y="0"/>
          <a:ext cx="0" cy="0"/>
          <a:chOff x="0" y="0"/>
          <a:chExt cx="0" cy="0"/>
        </a:xfrm>
      </p:grpSpPr>
      <p:sp>
        <p:nvSpPr>
          <p:cNvPr id="2" name="Título 1"/>
          <p:cNvSpPr>
            <a:spLocks noGrp="1"/>
          </p:cNvSpPr>
          <p:nvPr>
            <p:ph type="title"/>
          </p:nvPr>
        </p:nvSpPr>
        <p:spPr>
          <a:xfrm>
            <a:off x="457200" y="274638"/>
            <a:ext cx="8229600" cy="1143000"/>
          </a:xfrm>
        </p:spPr>
        <p:txBody>
          <a:bodyPr/>
          <a:lstStyle>
            <a:lvl1pPr>
              <a:defRPr/>
            </a:lvl1pPr>
          </a:lstStyle>
          <a:p>
            <a:r>
              <a:rPr lang="es-ES_tradnl"/>
              <a:t>Clic para editar título</a:t>
            </a:r>
          </a:p>
        </p:txBody>
      </p:sp>
      <p:sp>
        <p:nvSpPr>
          <p:cNvPr id="3" name="Marcador de texto 2"/>
          <p:cNvSpPr>
            <a:spLocks noGrp="1"/>
          </p:cNvSpPr>
          <p:nvPr>
            <p:ph type="body" idx="1"/>
          </p:nvPr>
        </p:nvSpPr>
        <p:spPr>
          <a:xfrm>
            <a:off x="457200" y="1535113"/>
            <a:ext cx="4040188" cy="639762"/>
          </a:xfrm>
          <a:prstGeom prst="rect">
            <a:avLst/>
          </a:prstGeom>
        </p:spPr>
        <p:txBody>
          <a:bodyPr vert="horz"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s-ES_tradnl"/>
              <a:t>Haga clic para modificar el estilo de texto del patrón</a:t>
            </a:r>
          </a:p>
        </p:txBody>
      </p:sp>
      <p:sp>
        <p:nvSpPr>
          <p:cNvPr id="4" name="Marcador de contenido 3"/>
          <p:cNvSpPr>
            <a:spLocks noGrp="1"/>
          </p:cNvSpPr>
          <p:nvPr>
            <p:ph sz="half" idx="2"/>
          </p:nvPr>
        </p:nvSpPr>
        <p:spPr>
          <a:xfrm>
            <a:off x="457200" y="2174875"/>
            <a:ext cx="4040188" cy="3951288"/>
          </a:xfrm>
          <a:prstGeom prst="rect">
            <a:avLst/>
          </a:prstGeom>
        </p:spPr>
        <p:txBody>
          <a:bodyPr vert="horz"/>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s-ES_tradnl"/>
              <a:t>Haga clic para modificar el estilo de texto del patrón</a:t>
            </a:r>
          </a:p>
          <a:p>
            <a:pPr lvl="1"/>
            <a:r>
              <a:rPr lang="es-ES_tradnl"/>
              <a:t>Segundo nivel</a:t>
            </a:r>
          </a:p>
          <a:p>
            <a:pPr lvl="2"/>
            <a:r>
              <a:rPr lang="es-ES_tradnl"/>
              <a:t>Tercer nivel</a:t>
            </a:r>
          </a:p>
          <a:p>
            <a:pPr lvl="3"/>
            <a:r>
              <a:rPr lang="es-ES_tradnl"/>
              <a:t>Cuarto nivel</a:t>
            </a:r>
          </a:p>
          <a:p>
            <a:pPr lvl="4"/>
            <a:r>
              <a:rPr lang="es-ES_tradnl"/>
              <a:t>Quinto nivel</a:t>
            </a:r>
          </a:p>
        </p:txBody>
      </p:sp>
      <p:sp>
        <p:nvSpPr>
          <p:cNvPr id="5" name="Marcador de texto 4"/>
          <p:cNvSpPr>
            <a:spLocks noGrp="1"/>
          </p:cNvSpPr>
          <p:nvPr>
            <p:ph type="body" sz="quarter" idx="3"/>
          </p:nvPr>
        </p:nvSpPr>
        <p:spPr>
          <a:xfrm>
            <a:off x="4645025" y="1535113"/>
            <a:ext cx="4041775" cy="639762"/>
          </a:xfrm>
          <a:prstGeom prst="rect">
            <a:avLst/>
          </a:prstGeom>
        </p:spPr>
        <p:txBody>
          <a:bodyPr vert="horz"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s-ES_tradnl"/>
              <a:t>Haga clic para modificar el estilo de texto del patrón</a:t>
            </a:r>
          </a:p>
        </p:txBody>
      </p:sp>
      <p:sp>
        <p:nvSpPr>
          <p:cNvPr id="6" name="Marcador de contenido 5"/>
          <p:cNvSpPr>
            <a:spLocks noGrp="1"/>
          </p:cNvSpPr>
          <p:nvPr>
            <p:ph sz="quarter" idx="4"/>
          </p:nvPr>
        </p:nvSpPr>
        <p:spPr>
          <a:xfrm>
            <a:off x="4645025" y="2174875"/>
            <a:ext cx="4041775" cy="3951288"/>
          </a:xfrm>
          <a:prstGeom prst="rect">
            <a:avLst/>
          </a:prstGeom>
        </p:spPr>
        <p:txBody>
          <a:bodyPr vert="horz"/>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s-ES_tradnl"/>
              <a:t>Haga clic para modificar el estilo de texto del patrón</a:t>
            </a:r>
          </a:p>
          <a:p>
            <a:pPr lvl="1"/>
            <a:r>
              <a:rPr lang="es-ES_tradnl"/>
              <a:t>Segundo nivel</a:t>
            </a:r>
          </a:p>
          <a:p>
            <a:pPr lvl="2"/>
            <a:r>
              <a:rPr lang="es-ES_tradnl"/>
              <a:t>Tercer nivel</a:t>
            </a:r>
          </a:p>
          <a:p>
            <a:pPr lvl="3"/>
            <a:r>
              <a:rPr lang="es-ES_tradnl"/>
              <a:t>Cuarto nivel</a:t>
            </a:r>
          </a:p>
          <a:p>
            <a:pPr lvl="4"/>
            <a:r>
              <a:rPr lang="es-ES_tradnl"/>
              <a:t>Quinto nivel</a:t>
            </a:r>
          </a:p>
        </p:txBody>
      </p:sp>
    </p:spTree>
    <p:extLst>
      <p:ext uri="{BB962C8B-B14F-4D97-AF65-F5344CB8AC3E}">
        <p14:creationId xmlns:p14="http://schemas.microsoft.com/office/powerpoint/2010/main" val="4271203894"/>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Sólo el título">
    <p:spTree>
      <p:nvGrpSpPr>
        <p:cNvPr id="1" name=""/>
        <p:cNvGrpSpPr/>
        <p:nvPr/>
      </p:nvGrpSpPr>
      <p:grpSpPr>
        <a:xfrm>
          <a:off x="0" y="0"/>
          <a:ext cx="0" cy="0"/>
          <a:chOff x="0" y="0"/>
          <a:chExt cx="0" cy="0"/>
        </a:xfrm>
      </p:grpSpPr>
      <p:sp>
        <p:nvSpPr>
          <p:cNvPr id="2" name="Título 1"/>
          <p:cNvSpPr>
            <a:spLocks noGrp="1"/>
          </p:cNvSpPr>
          <p:nvPr>
            <p:ph type="title"/>
          </p:nvPr>
        </p:nvSpPr>
        <p:spPr/>
        <p:txBody>
          <a:bodyPr/>
          <a:lstStyle/>
          <a:p>
            <a:r>
              <a:rPr lang="es-ES_tradnl"/>
              <a:t>Clic para editar título</a:t>
            </a:r>
          </a:p>
        </p:txBody>
      </p:sp>
    </p:spTree>
    <p:extLst>
      <p:ext uri="{BB962C8B-B14F-4D97-AF65-F5344CB8AC3E}">
        <p14:creationId xmlns:p14="http://schemas.microsoft.com/office/powerpoint/2010/main" val="3128486898"/>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En blanco">
    <p:spTree>
      <p:nvGrpSpPr>
        <p:cNvPr id="1" name=""/>
        <p:cNvGrpSpPr/>
        <p:nvPr/>
      </p:nvGrpSpPr>
      <p:grpSpPr>
        <a:xfrm>
          <a:off x="0" y="0"/>
          <a:ext cx="0" cy="0"/>
          <a:chOff x="0" y="0"/>
          <a:chExt cx="0" cy="0"/>
        </a:xfrm>
      </p:grpSpPr>
    </p:spTree>
    <p:extLst>
      <p:ext uri="{BB962C8B-B14F-4D97-AF65-F5344CB8AC3E}">
        <p14:creationId xmlns:p14="http://schemas.microsoft.com/office/powerpoint/2010/main" val="1841437319"/>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ido con título">
    <p:spTree>
      <p:nvGrpSpPr>
        <p:cNvPr id="1" name=""/>
        <p:cNvGrpSpPr/>
        <p:nvPr/>
      </p:nvGrpSpPr>
      <p:grpSpPr>
        <a:xfrm>
          <a:off x="0" y="0"/>
          <a:ext cx="0" cy="0"/>
          <a:chOff x="0" y="0"/>
          <a:chExt cx="0" cy="0"/>
        </a:xfrm>
      </p:grpSpPr>
      <p:sp>
        <p:nvSpPr>
          <p:cNvPr id="2" name="Título 1"/>
          <p:cNvSpPr>
            <a:spLocks noGrp="1"/>
          </p:cNvSpPr>
          <p:nvPr>
            <p:ph type="title"/>
          </p:nvPr>
        </p:nvSpPr>
        <p:spPr>
          <a:xfrm>
            <a:off x="457200" y="273050"/>
            <a:ext cx="3008313" cy="1162050"/>
          </a:xfrm>
        </p:spPr>
        <p:txBody>
          <a:bodyPr anchor="b"/>
          <a:lstStyle>
            <a:lvl1pPr algn="l">
              <a:defRPr sz="2000" b="1"/>
            </a:lvl1pPr>
          </a:lstStyle>
          <a:p>
            <a:r>
              <a:rPr lang="es-ES_tradnl"/>
              <a:t>Clic para editar título</a:t>
            </a:r>
          </a:p>
        </p:txBody>
      </p:sp>
      <p:sp>
        <p:nvSpPr>
          <p:cNvPr id="3" name="Marcador de contenido 2"/>
          <p:cNvSpPr>
            <a:spLocks noGrp="1"/>
          </p:cNvSpPr>
          <p:nvPr>
            <p:ph idx="1"/>
          </p:nvPr>
        </p:nvSpPr>
        <p:spPr>
          <a:xfrm>
            <a:off x="3575050" y="273050"/>
            <a:ext cx="5111750" cy="5853113"/>
          </a:xfrm>
          <a:prstGeom prst="rect">
            <a:avLst/>
          </a:prstGeom>
        </p:spPr>
        <p:txBody>
          <a:bodyPr vert="horz"/>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s-ES_tradnl"/>
              <a:t>Haga clic para modificar el estilo de texto del patrón</a:t>
            </a:r>
          </a:p>
          <a:p>
            <a:pPr lvl="1"/>
            <a:r>
              <a:rPr lang="es-ES_tradnl"/>
              <a:t>Segundo nivel</a:t>
            </a:r>
          </a:p>
          <a:p>
            <a:pPr lvl="2"/>
            <a:r>
              <a:rPr lang="es-ES_tradnl"/>
              <a:t>Tercer nivel</a:t>
            </a:r>
          </a:p>
          <a:p>
            <a:pPr lvl="3"/>
            <a:r>
              <a:rPr lang="es-ES_tradnl"/>
              <a:t>Cuarto nivel</a:t>
            </a:r>
          </a:p>
          <a:p>
            <a:pPr lvl="4"/>
            <a:r>
              <a:rPr lang="es-ES_tradnl"/>
              <a:t>Quinto nivel</a:t>
            </a:r>
          </a:p>
        </p:txBody>
      </p:sp>
      <p:sp>
        <p:nvSpPr>
          <p:cNvPr id="4" name="Marcador de texto 3"/>
          <p:cNvSpPr>
            <a:spLocks noGrp="1"/>
          </p:cNvSpPr>
          <p:nvPr>
            <p:ph type="body" sz="half" idx="2"/>
          </p:nvPr>
        </p:nvSpPr>
        <p:spPr>
          <a:xfrm>
            <a:off x="457200" y="1435100"/>
            <a:ext cx="3008313" cy="4691063"/>
          </a:xfrm>
          <a:prstGeom prst="rect">
            <a:avLst/>
          </a:prstGeom>
        </p:spPr>
        <p:txBody>
          <a:bodyPr vert="horz"/>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s-ES_tradnl"/>
              <a:t>Haga clic para modificar el estilo de texto del patrón</a:t>
            </a:r>
          </a:p>
        </p:txBody>
      </p:sp>
    </p:spTree>
    <p:extLst>
      <p:ext uri="{BB962C8B-B14F-4D97-AF65-F5344CB8AC3E}">
        <p14:creationId xmlns:p14="http://schemas.microsoft.com/office/powerpoint/2010/main" val="2927606978"/>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Imagen con título">
    <p:spTree>
      <p:nvGrpSpPr>
        <p:cNvPr id="1" name=""/>
        <p:cNvGrpSpPr/>
        <p:nvPr/>
      </p:nvGrpSpPr>
      <p:grpSpPr>
        <a:xfrm>
          <a:off x="0" y="0"/>
          <a:ext cx="0" cy="0"/>
          <a:chOff x="0" y="0"/>
          <a:chExt cx="0" cy="0"/>
        </a:xfrm>
      </p:grpSpPr>
      <p:sp>
        <p:nvSpPr>
          <p:cNvPr id="2" name="Título 1"/>
          <p:cNvSpPr>
            <a:spLocks noGrp="1"/>
          </p:cNvSpPr>
          <p:nvPr>
            <p:ph type="title"/>
          </p:nvPr>
        </p:nvSpPr>
        <p:spPr>
          <a:xfrm>
            <a:off x="1792288" y="4800600"/>
            <a:ext cx="5486400" cy="566738"/>
          </a:xfrm>
        </p:spPr>
        <p:txBody>
          <a:bodyPr anchor="b"/>
          <a:lstStyle>
            <a:lvl1pPr algn="l">
              <a:defRPr sz="2000" b="1"/>
            </a:lvl1pPr>
          </a:lstStyle>
          <a:p>
            <a:r>
              <a:rPr lang="es-ES_tradnl"/>
              <a:t>Clic para editar título</a:t>
            </a:r>
          </a:p>
        </p:txBody>
      </p:sp>
      <p:sp>
        <p:nvSpPr>
          <p:cNvPr id="3" name="Marcador de posición de imagen 2"/>
          <p:cNvSpPr>
            <a:spLocks noGrp="1"/>
          </p:cNvSpPr>
          <p:nvPr>
            <p:ph type="pic" idx="1"/>
          </p:nvPr>
        </p:nvSpPr>
        <p:spPr>
          <a:xfrm>
            <a:off x="1792288" y="612775"/>
            <a:ext cx="5486400" cy="4114800"/>
          </a:xfrm>
          <a:prstGeom prst="rect">
            <a:avLst/>
          </a:prstGeom>
        </p:spPr>
        <p:txBody>
          <a:bodyPr vert="horz"/>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pPr lvl="0"/>
            <a:endParaRPr lang="es-ES_tradnl" noProof="0">
              <a:sym typeface="Arial" charset="0"/>
            </a:endParaRPr>
          </a:p>
        </p:txBody>
      </p:sp>
      <p:sp>
        <p:nvSpPr>
          <p:cNvPr id="4" name="Marcador de texto 3"/>
          <p:cNvSpPr>
            <a:spLocks noGrp="1"/>
          </p:cNvSpPr>
          <p:nvPr>
            <p:ph type="body" sz="half" idx="2"/>
          </p:nvPr>
        </p:nvSpPr>
        <p:spPr>
          <a:xfrm>
            <a:off x="1792288" y="5367338"/>
            <a:ext cx="5486400" cy="804862"/>
          </a:xfrm>
          <a:prstGeom prst="rect">
            <a:avLst/>
          </a:prstGeom>
        </p:spPr>
        <p:txBody>
          <a:bodyPr vert="horz"/>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s-ES_tradnl"/>
              <a:t>Haga clic para modificar el estilo de texto del patrón</a:t>
            </a:r>
          </a:p>
        </p:txBody>
      </p:sp>
    </p:spTree>
    <p:extLst>
      <p:ext uri="{BB962C8B-B14F-4D97-AF65-F5344CB8AC3E}">
        <p14:creationId xmlns:p14="http://schemas.microsoft.com/office/powerpoint/2010/main" val="1939580822"/>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ítulo y texto vertical">
    <p:spTree>
      <p:nvGrpSpPr>
        <p:cNvPr id="1" name=""/>
        <p:cNvGrpSpPr/>
        <p:nvPr/>
      </p:nvGrpSpPr>
      <p:grpSpPr>
        <a:xfrm>
          <a:off x="0" y="0"/>
          <a:ext cx="0" cy="0"/>
          <a:chOff x="0" y="0"/>
          <a:chExt cx="0" cy="0"/>
        </a:xfrm>
      </p:grpSpPr>
      <p:sp>
        <p:nvSpPr>
          <p:cNvPr id="2" name="Título 1"/>
          <p:cNvSpPr>
            <a:spLocks noGrp="1"/>
          </p:cNvSpPr>
          <p:nvPr>
            <p:ph type="title"/>
          </p:nvPr>
        </p:nvSpPr>
        <p:spPr/>
        <p:txBody>
          <a:bodyPr/>
          <a:lstStyle/>
          <a:p>
            <a:r>
              <a:rPr lang="es-ES_tradnl"/>
              <a:t>Clic para editar título</a:t>
            </a:r>
          </a:p>
        </p:txBody>
      </p:sp>
      <p:sp>
        <p:nvSpPr>
          <p:cNvPr id="3" name="Marcador de texto vertical 2"/>
          <p:cNvSpPr>
            <a:spLocks noGrp="1"/>
          </p:cNvSpPr>
          <p:nvPr>
            <p:ph type="body" orient="vert" idx="1"/>
          </p:nvPr>
        </p:nvSpPr>
        <p:spPr>
          <a:xfrm>
            <a:off x="457200" y="1600200"/>
            <a:ext cx="8229600" cy="4525963"/>
          </a:xfrm>
          <a:prstGeom prst="rect">
            <a:avLst/>
          </a:prstGeom>
        </p:spPr>
        <p:txBody>
          <a:bodyPr vert="eaVert"/>
          <a:lstStyle/>
          <a:p>
            <a:pPr lvl="0"/>
            <a:r>
              <a:rPr lang="es-ES_tradnl"/>
              <a:t>Haga clic para modificar el estilo de texto del patrón</a:t>
            </a:r>
          </a:p>
          <a:p>
            <a:pPr lvl="1"/>
            <a:r>
              <a:rPr lang="es-ES_tradnl"/>
              <a:t>Segundo nivel</a:t>
            </a:r>
          </a:p>
          <a:p>
            <a:pPr lvl="2"/>
            <a:r>
              <a:rPr lang="es-ES_tradnl"/>
              <a:t>Tercer nivel</a:t>
            </a:r>
          </a:p>
          <a:p>
            <a:pPr lvl="3"/>
            <a:r>
              <a:rPr lang="es-ES_tradnl"/>
              <a:t>Cuarto nivel</a:t>
            </a:r>
          </a:p>
          <a:p>
            <a:pPr lvl="4"/>
            <a:r>
              <a:rPr lang="es-ES_tradnl"/>
              <a:t>Quinto nivel</a:t>
            </a:r>
          </a:p>
        </p:txBody>
      </p:sp>
    </p:spTree>
    <p:extLst>
      <p:ext uri="{BB962C8B-B14F-4D97-AF65-F5344CB8AC3E}">
        <p14:creationId xmlns:p14="http://schemas.microsoft.com/office/powerpoint/2010/main" val="3960265416"/>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Título vertical y texto">
    <p:spTree>
      <p:nvGrpSpPr>
        <p:cNvPr id="1" name=""/>
        <p:cNvGrpSpPr/>
        <p:nvPr/>
      </p:nvGrpSpPr>
      <p:grpSpPr>
        <a:xfrm>
          <a:off x="0" y="0"/>
          <a:ext cx="0" cy="0"/>
          <a:chOff x="0" y="0"/>
          <a:chExt cx="0" cy="0"/>
        </a:xfrm>
      </p:grpSpPr>
      <p:sp>
        <p:nvSpPr>
          <p:cNvPr id="2" name="Título vertical 1"/>
          <p:cNvSpPr>
            <a:spLocks noGrp="1"/>
          </p:cNvSpPr>
          <p:nvPr>
            <p:ph type="title" orient="vert"/>
          </p:nvPr>
        </p:nvSpPr>
        <p:spPr>
          <a:xfrm>
            <a:off x="6858000" y="1600200"/>
            <a:ext cx="2286000" cy="4525963"/>
          </a:xfrm>
        </p:spPr>
        <p:txBody>
          <a:bodyPr vert="eaVert"/>
          <a:lstStyle/>
          <a:p>
            <a:r>
              <a:rPr lang="es-ES_tradnl"/>
              <a:t>Clic para editar título</a:t>
            </a:r>
          </a:p>
        </p:txBody>
      </p:sp>
      <p:sp>
        <p:nvSpPr>
          <p:cNvPr id="3" name="Marcador de texto vertical 2"/>
          <p:cNvSpPr>
            <a:spLocks noGrp="1"/>
          </p:cNvSpPr>
          <p:nvPr>
            <p:ph type="body" orient="vert" idx="1"/>
          </p:nvPr>
        </p:nvSpPr>
        <p:spPr>
          <a:xfrm>
            <a:off x="0" y="1600200"/>
            <a:ext cx="6705600" cy="4525963"/>
          </a:xfrm>
          <a:prstGeom prst="rect">
            <a:avLst/>
          </a:prstGeom>
        </p:spPr>
        <p:txBody>
          <a:bodyPr vert="eaVert"/>
          <a:lstStyle/>
          <a:p>
            <a:pPr lvl="0"/>
            <a:r>
              <a:rPr lang="es-ES_tradnl"/>
              <a:t>Haga clic para modificar el estilo de texto del patrón</a:t>
            </a:r>
          </a:p>
          <a:p>
            <a:pPr lvl="1"/>
            <a:r>
              <a:rPr lang="es-ES_tradnl"/>
              <a:t>Segundo nivel</a:t>
            </a:r>
          </a:p>
          <a:p>
            <a:pPr lvl="2"/>
            <a:r>
              <a:rPr lang="es-ES_tradnl"/>
              <a:t>Tercer nivel</a:t>
            </a:r>
          </a:p>
          <a:p>
            <a:pPr lvl="3"/>
            <a:r>
              <a:rPr lang="es-ES_tradnl"/>
              <a:t>Cuarto nivel</a:t>
            </a:r>
          </a:p>
          <a:p>
            <a:pPr lvl="4"/>
            <a:r>
              <a:rPr lang="es-ES_tradnl"/>
              <a:t>Quinto nivel</a:t>
            </a:r>
          </a:p>
        </p:txBody>
      </p:sp>
    </p:spTree>
    <p:extLst>
      <p:ext uri="{BB962C8B-B14F-4D97-AF65-F5344CB8AC3E}">
        <p14:creationId xmlns:p14="http://schemas.microsoft.com/office/powerpoint/2010/main" val="660753667"/>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title" preserve="1">
  <p:cSld name="Diapositiva de título">
    <p:spTree>
      <p:nvGrpSpPr>
        <p:cNvPr id="1" name=""/>
        <p:cNvGrpSpPr/>
        <p:nvPr/>
      </p:nvGrpSpPr>
      <p:grpSpPr>
        <a:xfrm>
          <a:off x="0" y="0"/>
          <a:ext cx="0" cy="0"/>
          <a:chOff x="0" y="0"/>
          <a:chExt cx="0" cy="0"/>
        </a:xfrm>
      </p:grpSpPr>
      <p:sp>
        <p:nvSpPr>
          <p:cNvPr id="2" name="Título 1"/>
          <p:cNvSpPr>
            <a:spLocks noGrp="1"/>
          </p:cNvSpPr>
          <p:nvPr>
            <p:ph type="ctrTitle"/>
          </p:nvPr>
        </p:nvSpPr>
        <p:spPr>
          <a:xfrm>
            <a:off x="685800" y="2130425"/>
            <a:ext cx="7772400" cy="1470025"/>
          </a:xfrm>
          <a:prstGeom prst="rect">
            <a:avLst/>
          </a:prstGeom>
        </p:spPr>
        <p:txBody>
          <a:bodyPr vert="horz"/>
          <a:lstStyle/>
          <a:p>
            <a:r>
              <a:rPr lang="es-ES_tradnl"/>
              <a:t>Clic para editar título</a:t>
            </a:r>
          </a:p>
        </p:txBody>
      </p:sp>
      <p:sp>
        <p:nvSpPr>
          <p:cNvPr id="3" name="Subtítulo 2"/>
          <p:cNvSpPr>
            <a:spLocks noGrp="1"/>
          </p:cNvSpPr>
          <p:nvPr>
            <p:ph type="subTitle" idx="1"/>
          </p:nvPr>
        </p:nvSpPr>
        <p:spPr>
          <a:xfrm>
            <a:off x="1371600" y="3886200"/>
            <a:ext cx="6400800" cy="1752600"/>
          </a:xfrm>
          <a:prstGeom prst="rect">
            <a:avLst/>
          </a:prstGeom>
        </p:spPr>
        <p:txBody>
          <a:bodyPr vert="horz"/>
          <a:lstStyle>
            <a:lvl1pPr marL="0" indent="0" algn="ctr">
              <a:buNone/>
              <a:defRPr/>
            </a:lvl1pPr>
            <a:lvl2pPr marL="457200" indent="0" algn="ctr">
              <a:buNone/>
              <a:defRPr/>
            </a:lvl2pPr>
            <a:lvl3pPr marL="914400" indent="0" algn="ctr">
              <a:buNone/>
              <a:defRPr/>
            </a:lvl3pPr>
            <a:lvl4pPr marL="1371600" indent="0" algn="ctr">
              <a:buNone/>
              <a:defRPr/>
            </a:lvl4pPr>
            <a:lvl5pPr marL="1828800" indent="0" algn="ctr">
              <a:buNone/>
              <a:defRPr/>
            </a:lvl5pPr>
            <a:lvl6pPr marL="2286000" indent="0" algn="ctr">
              <a:buNone/>
              <a:defRPr/>
            </a:lvl6pPr>
            <a:lvl7pPr marL="2743200" indent="0" algn="ctr">
              <a:buNone/>
              <a:defRPr/>
            </a:lvl7pPr>
            <a:lvl8pPr marL="3200400" indent="0" algn="ctr">
              <a:buNone/>
              <a:defRPr/>
            </a:lvl8pPr>
            <a:lvl9pPr marL="3657600" indent="0" algn="ctr">
              <a:buNone/>
              <a:defRPr/>
            </a:lvl9pPr>
          </a:lstStyle>
          <a:p>
            <a:r>
              <a:rPr lang="es-ES_tradnl"/>
              <a:t>Haga clic para modificar el estilo de subtítulo del patrón</a:t>
            </a:r>
          </a:p>
        </p:txBody>
      </p:sp>
      <p:sp>
        <p:nvSpPr>
          <p:cNvPr id="4" name="Rectangle 6">
            <a:extLst>
              <a:ext uri="{FF2B5EF4-FFF2-40B4-BE49-F238E27FC236}">
                <a16:creationId xmlns:a16="http://schemas.microsoft.com/office/drawing/2014/main" id="{7BC97BEC-C7C9-BB5A-EDED-E6B48E17A33B}"/>
              </a:ext>
            </a:extLst>
          </p:cNvPr>
          <p:cNvSpPr>
            <a:spLocks noGrp="1"/>
          </p:cNvSpPr>
          <p:nvPr>
            <p:ph type="sldNum" sz="quarter" idx="10"/>
          </p:nvPr>
        </p:nvSpPr>
        <p:spPr/>
        <p:txBody>
          <a:bodyPr/>
          <a:lstStyle>
            <a:lvl1pPr>
              <a:defRPr/>
            </a:lvl1pPr>
          </a:lstStyle>
          <a:p>
            <a:pPr>
              <a:defRPr/>
            </a:pPr>
            <a:fld id="{8518B997-67B0-4933-9FBB-5898B4B14D7F}" type="slidenum">
              <a:rPr lang="es-ES_tradnl" altLang="es-ES"/>
              <a:pPr>
                <a:defRPr/>
              </a:pPr>
              <a:t>‹#›</a:t>
            </a:fld>
            <a:endParaRPr lang="es-ES_tradnl" altLang="es-ES"/>
          </a:p>
        </p:txBody>
      </p:sp>
    </p:spTree>
    <p:extLst>
      <p:ext uri="{BB962C8B-B14F-4D97-AF65-F5344CB8AC3E}">
        <p14:creationId xmlns:p14="http://schemas.microsoft.com/office/powerpoint/2010/main" val="2268376451"/>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obj" preserve="1">
  <p:cSld name="Título y objetos">
    <p:spTree>
      <p:nvGrpSpPr>
        <p:cNvPr id="1" name=""/>
        <p:cNvGrpSpPr/>
        <p:nvPr/>
      </p:nvGrpSpPr>
      <p:grpSpPr>
        <a:xfrm>
          <a:off x="0" y="0"/>
          <a:ext cx="0" cy="0"/>
          <a:chOff x="0" y="0"/>
          <a:chExt cx="0" cy="0"/>
        </a:xfrm>
      </p:grpSpPr>
      <p:sp>
        <p:nvSpPr>
          <p:cNvPr id="2" name="Título 1"/>
          <p:cNvSpPr>
            <a:spLocks noGrp="1"/>
          </p:cNvSpPr>
          <p:nvPr>
            <p:ph type="title"/>
          </p:nvPr>
        </p:nvSpPr>
        <p:spPr>
          <a:xfrm>
            <a:off x="457200" y="274638"/>
            <a:ext cx="8229600" cy="1143000"/>
          </a:xfrm>
          <a:prstGeom prst="rect">
            <a:avLst/>
          </a:prstGeom>
        </p:spPr>
        <p:txBody>
          <a:bodyPr vert="horz"/>
          <a:lstStyle/>
          <a:p>
            <a:r>
              <a:rPr lang="es-ES_tradnl"/>
              <a:t>Clic para editar título</a:t>
            </a:r>
          </a:p>
        </p:txBody>
      </p:sp>
      <p:sp>
        <p:nvSpPr>
          <p:cNvPr id="3" name="Marcador de contenido 2"/>
          <p:cNvSpPr>
            <a:spLocks noGrp="1"/>
          </p:cNvSpPr>
          <p:nvPr>
            <p:ph idx="1"/>
          </p:nvPr>
        </p:nvSpPr>
        <p:spPr>
          <a:xfrm>
            <a:off x="457200" y="1600200"/>
            <a:ext cx="8229600" cy="4525963"/>
          </a:xfrm>
          <a:prstGeom prst="rect">
            <a:avLst/>
          </a:prstGeom>
        </p:spPr>
        <p:txBody>
          <a:bodyPr vert="horz"/>
          <a:lstStyle/>
          <a:p>
            <a:pPr lvl="0"/>
            <a:r>
              <a:rPr lang="es-ES_tradnl"/>
              <a:t>Haga clic para modificar el estilo de texto del patrón</a:t>
            </a:r>
          </a:p>
          <a:p>
            <a:pPr lvl="1"/>
            <a:r>
              <a:rPr lang="es-ES_tradnl"/>
              <a:t>Segundo nivel</a:t>
            </a:r>
          </a:p>
          <a:p>
            <a:pPr lvl="2"/>
            <a:r>
              <a:rPr lang="es-ES_tradnl"/>
              <a:t>Tercer nivel</a:t>
            </a:r>
          </a:p>
          <a:p>
            <a:pPr lvl="3"/>
            <a:r>
              <a:rPr lang="es-ES_tradnl"/>
              <a:t>Cuarto nivel</a:t>
            </a:r>
          </a:p>
          <a:p>
            <a:pPr lvl="4"/>
            <a:r>
              <a:rPr lang="es-ES_tradnl"/>
              <a:t>Quinto nivel</a:t>
            </a:r>
          </a:p>
        </p:txBody>
      </p:sp>
      <p:sp>
        <p:nvSpPr>
          <p:cNvPr id="4" name="Rectangle 6">
            <a:extLst>
              <a:ext uri="{FF2B5EF4-FFF2-40B4-BE49-F238E27FC236}">
                <a16:creationId xmlns:a16="http://schemas.microsoft.com/office/drawing/2014/main" id="{83EDD3D3-4911-CC8B-0E6E-FF89BF9F995D}"/>
              </a:ext>
            </a:extLst>
          </p:cNvPr>
          <p:cNvSpPr>
            <a:spLocks noGrp="1"/>
          </p:cNvSpPr>
          <p:nvPr>
            <p:ph type="sldNum" sz="quarter" idx="10"/>
          </p:nvPr>
        </p:nvSpPr>
        <p:spPr/>
        <p:txBody>
          <a:bodyPr/>
          <a:lstStyle>
            <a:lvl1pPr>
              <a:defRPr/>
            </a:lvl1pPr>
          </a:lstStyle>
          <a:p>
            <a:pPr>
              <a:defRPr/>
            </a:pPr>
            <a:fld id="{9CB90437-C89A-4F86-9C3F-53CCC0E1A127}" type="slidenum">
              <a:rPr lang="es-ES_tradnl" altLang="es-ES"/>
              <a:pPr>
                <a:defRPr/>
              </a:pPr>
              <a:t>‹#›</a:t>
            </a:fld>
            <a:endParaRPr lang="es-ES_tradnl" altLang="es-ES"/>
          </a:p>
        </p:txBody>
      </p:sp>
    </p:spTree>
    <p:extLst>
      <p:ext uri="{BB962C8B-B14F-4D97-AF65-F5344CB8AC3E}">
        <p14:creationId xmlns:p14="http://schemas.microsoft.com/office/powerpoint/2010/main" val="745829413"/>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type="secHead" preserve="1">
  <p:cSld name="Encabezado de sección">
    <p:spTree>
      <p:nvGrpSpPr>
        <p:cNvPr id="1" name=""/>
        <p:cNvGrpSpPr/>
        <p:nvPr/>
      </p:nvGrpSpPr>
      <p:grpSpPr>
        <a:xfrm>
          <a:off x="0" y="0"/>
          <a:ext cx="0" cy="0"/>
          <a:chOff x="0" y="0"/>
          <a:chExt cx="0" cy="0"/>
        </a:xfrm>
      </p:grpSpPr>
      <p:sp>
        <p:nvSpPr>
          <p:cNvPr id="2" name="Título 1"/>
          <p:cNvSpPr>
            <a:spLocks noGrp="1"/>
          </p:cNvSpPr>
          <p:nvPr>
            <p:ph type="title"/>
          </p:nvPr>
        </p:nvSpPr>
        <p:spPr>
          <a:xfrm>
            <a:off x="722313" y="4406900"/>
            <a:ext cx="7772400" cy="1362075"/>
          </a:xfrm>
          <a:prstGeom prst="rect">
            <a:avLst/>
          </a:prstGeom>
        </p:spPr>
        <p:txBody>
          <a:bodyPr vert="horz" anchor="t"/>
          <a:lstStyle>
            <a:lvl1pPr algn="l">
              <a:defRPr sz="4000" b="1" cap="all"/>
            </a:lvl1pPr>
          </a:lstStyle>
          <a:p>
            <a:r>
              <a:rPr lang="es-ES_tradnl"/>
              <a:t>Clic para editar título</a:t>
            </a:r>
          </a:p>
        </p:txBody>
      </p:sp>
      <p:sp>
        <p:nvSpPr>
          <p:cNvPr id="3" name="Marcador de texto 2"/>
          <p:cNvSpPr>
            <a:spLocks noGrp="1"/>
          </p:cNvSpPr>
          <p:nvPr>
            <p:ph type="body" idx="1"/>
          </p:nvPr>
        </p:nvSpPr>
        <p:spPr>
          <a:xfrm>
            <a:off x="722313" y="2906713"/>
            <a:ext cx="7772400" cy="1500187"/>
          </a:xfrm>
          <a:prstGeom prst="rect">
            <a:avLst/>
          </a:prstGeom>
        </p:spPr>
        <p:txBody>
          <a:bodyPr vert="horz" anchor="b"/>
          <a:lstStyle>
            <a:lvl1pPr marL="0" indent="0">
              <a:buNone/>
              <a:defRPr sz="2000"/>
            </a:lvl1pPr>
            <a:lvl2pPr marL="457200" indent="0">
              <a:buNone/>
              <a:defRPr sz="1800"/>
            </a:lvl2pPr>
            <a:lvl3pPr marL="914400" indent="0">
              <a:buNone/>
              <a:defRPr sz="1600"/>
            </a:lvl3pPr>
            <a:lvl4pPr marL="1371600" indent="0">
              <a:buNone/>
              <a:defRPr sz="1400"/>
            </a:lvl4pPr>
            <a:lvl5pPr marL="1828800" indent="0">
              <a:buNone/>
              <a:defRPr sz="1400"/>
            </a:lvl5pPr>
            <a:lvl6pPr marL="2286000" indent="0">
              <a:buNone/>
              <a:defRPr sz="1400"/>
            </a:lvl6pPr>
            <a:lvl7pPr marL="2743200" indent="0">
              <a:buNone/>
              <a:defRPr sz="1400"/>
            </a:lvl7pPr>
            <a:lvl8pPr marL="3200400" indent="0">
              <a:buNone/>
              <a:defRPr sz="1400"/>
            </a:lvl8pPr>
            <a:lvl9pPr marL="3657600" indent="0">
              <a:buNone/>
              <a:defRPr sz="1400"/>
            </a:lvl9pPr>
          </a:lstStyle>
          <a:p>
            <a:pPr lvl="0"/>
            <a:r>
              <a:rPr lang="es-ES_tradnl"/>
              <a:t>Haga clic para modificar el estilo de texto del patrón</a:t>
            </a:r>
          </a:p>
        </p:txBody>
      </p:sp>
      <p:sp>
        <p:nvSpPr>
          <p:cNvPr id="4" name="Rectangle 6">
            <a:extLst>
              <a:ext uri="{FF2B5EF4-FFF2-40B4-BE49-F238E27FC236}">
                <a16:creationId xmlns:a16="http://schemas.microsoft.com/office/drawing/2014/main" id="{1DF5D46B-2589-7EDF-AFAD-7DDDDDCF6EAE}"/>
              </a:ext>
            </a:extLst>
          </p:cNvPr>
          <p:cNvSpPr>
            <a:spLocks noGrp="1"/>
          </p:cNvSpPr>
          <p:nvPr>
            <p:ph type="sldNum" sz="quarter" idx="10"/>
          </p:nvPr>
        </p:nvSpPr>
        <p:spPr/>
        <p:txBody>
          <a:bodyPr/>
          <a:lstStyle>
            <a:lvl1pPr>
              <a:defRPr/>
            </a:lvl1pPr>
          </a:lstStyle>
          <a:p>
            <a:pPr>
              <a:defRPr/>
            </a:pPr>
            <a:fld id="{F361BA16-5CD5-4455-9DF7-D747FE23BEF5}" type="slidenum">
              <a:rPr lang="es-ES_tradnl" altLang="es-ES"/>
              <a:pPr>
                <a:defRPr/>
              </a:pPr>
              <a:t>‹#›</a:t>
            </a:fld>
            <a:endParaRPr lang="es-ES_tradnl" altLang="es-ES"/>
          </a:p>
        </p:txBody>
      </p:sp>
    </p:spTree>
    <p:extLst>
      <p:ext uri="{BB962C8B-B14F-4D97-AF65-F5344CB8AC3E}">
        <p14:creationId xmlns:p14="http://schemas.microsoft.com/office/powerpoint/2010/main" val="1287863531"/>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type="twoObj" preserve="1">
  <p:cSld name="Dos objetos">
    <p:spTree>
      <p:nvGrpSpPr>
        <p:cNvPr id="1" name=""/>
        <p:cNvGrpSpPr/>
        <p:nvPr/>
      </p:nvGrpSpPr>
      <p:grpSpPr>
        <a:xfrm>
          <a:off x="0" y="0"/>
          <a:ext cx="0" cy="0"/>
          <a:chOff x="0" y="0"/>
          <a:chExt cx="0" cy="0"/>
        </a:xfrm>
      </p:grpSpPr>
      <p:sp>
        <p:nvSpPr>
          <p:cNvPr id="2" name="Título 1"/>
          <p:cNvSpPr>
            <a:spLocks noGrp="1"/>
          </p:cNvSpPr>
          <p:nvPr>
            <p:ph type="title"/>
          </p:nvPr>
        </p:nvSpPr>
        <p:spPr>
          <a:xfrm>
            <a:off x="457200" y="274638"/>
            <a:ext cx="8229600" cy="1143000"/>
          </a:xfrm>
          <a:prstGeom prst="rect">
            <a:avLst/>
          </a:prstGeom>
        </p:spPr>
        <p:txBody>
          <a:bodyPr vert="horz"/>
          <a:lstStyle/>
          <a:p>
            <a:r>
              <a:rPr lang="es-ES_tradnl"/>
              <a:t>Clic para editar título</a:t>
            </a:r>
          </a:p>
        </p:txBody>
      </p:sp>
      <p:sp>
        <p:nvSpPr>
          <p:cNvPr id="3" name="Marcador de contenido 2"/>
          <p:cNvSpPr>
            <a:spLocks noGrp="1"/>
          </p:cNvSpPr>
          <p:nvPr>
            <p:ph sz="half" idx="1"/>
          </p:nvPr>
        </p:nvSpPr>
        <p:spPr>
          <a:xfrm>
            <a:off x="457200" y="1600200"/>
            <a:ext cx="4038600" cy="4525963"/>
          </a:xfrm>
          <a:prstGeom prst="rect">
            <a:avLst/>
          </a:prstGeom>
        </p:spPr>
        <p:txBody>
          <a:bodyPr vert="horz"/>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s-ES_tradnl"/>
              <a:t>Haga clic para modificar el estilo de texto del patrón</a:t>
            </a:r>
          </a:p>
          <a:p>
            <a:pPr lvl="1"/>
            <a:r>
              <a:rPr lang="es-ES_tradnl"/>
              <a:t>Segundo nivel</a:t>
            </a:r>
          </a:p>
          <a:p>
            <a:pPr lvl="2"/>
            <a:r>
              <a:rPr lang="es-ES_tradnl"/>
              <a:t>Tercer nivel</a:t>
            </a:r>
          </a:p>
          <a:p>
            <a:pPr lvl="3"/>
            <a:r>
              <a:rPr lang="es-ES_tradnl"/>
              <a:t>Cuarto nivel</a:t>
            </a:r>
          </a:p>
          <a:p>
            <a:pPr lvl="4"/>
            <a:r>
              <a:rPr lang="es-ES_tradnl"/>
              <a:t>Quinto nivel</a:t>
            </a:r>
          </a:p>
        </p:txBody>
      </p:sp>
      <p:sp>
        <p:nvSpPr>
          <p:cNvPr id="4" name="Marcador de contenido 3"/>
          <p:cNvSpPr>
            <a:spLocks noGrp="1"/>
          </p:cNvSpPr>
          <p:nvPr>
            <p:ph sz="half" idx="2"/>
          </p:nvPr>
        </p:nvSpPr>
        <p:spPr>
          <a:xfrm>
            <a:off x="4648200" y="1600200"/>
            <a:ext cx="4038600" cy="4525963"/>
          </a:xfrm>
          <a:prstGeom prst="rect">
            <a:avLst/>
          </a:prstGeom>
        </p:spPr>
        <p:txBody>
          <a:bodyPr vert="horz"/>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s-ES_tradnl"/>
              <a:t>Haga clic para modificar el estilo de texto del patrón</a:t>
            </a:r>
          </a:p>
          <a:p>
            <a:pPr lvl="1"/>
            <a:r>
              <a:rPr lang="es-ES_tradnl"/>
              <a:t>Segundo nivel</a:t>
            </a:r>
          </a:p>
          <a:p>
            <a:pPr lvl="2"/>
            <a:r>
              <a:rPr lang="es-ES_tradnl"/>
              <a:t>Tercer nivel</a:t>
            </a:r>
          </a:p>
          <a:p>
            <a:pPr lvl="3"/>
            <a:r>
              <a:rPr lang="es-ES_tradnl"/>
              <a:t>Cuarto nivel</a:t>
            </a:r>
          </a:p>
          <a:p>
            <a:pPr lvl="4"/>
            <a:r>
              <a:rPr lang="es-ES_tradnl"/>
              <a:t>Quinto nivel</a:t>
            </a:r>
          </a:p>
        </p:txBody>
      </p:sp>
      <p:sp>
        <p:nvSpPr>
          <p:cNvPr id="5" name="Rectangle 6">
            <a:extLst>
              <a:ext uri="{FF2B5EF4-FFF2-40B4-BE49-F238E27FC236}">
                <a16:creationId xmlns:a16="http://schemas.microsoft.com/office/drawing/2014/main" id="{BE5AFC6F-2B92-598C-8287-061F301E1675}"/>
              </a:ext>
            </a:extLst>
          </p:cNvPr>
          <p:cNvSpPr>
            <a:spLocks noGrp="1"/>
          </p:cNvSpPr>
          <p:nvPr>
            <p:ph type="sldNum" sz="quarter" idx="10"/>
          </p:nvPr>
        </p:nvSpPr>
        <p:spPr/>
        <p:txBody>
          <a:bodyPr/>
          <a:lstStyle>
            <a:lvl1pPr>
              <a:defRPr/>
            </a:lvl1pPr>
          </a:lstStyle>
          <a:p>
            <a:pPr>
              <a:defRPr/>
            </a:pPr>
            <a:fld id="{2DB5FBE0-12FA-4CFC-AAA6-D2EDAB884E1A}" type="slidenum">
              <a:rPr lang="es-ES_tradnl" altLang="es-ES"/>
              <a:pPr>
                <a:defRPr/>
              </a:pPr>
              <a:t>‹#›</a:t>
            </a:fld>
            <a:endParaRPr lang="es-ES_tradnl" altLang="es-ES"/>
          </a:p>
        </p:txBody>
      </p:sp>
    </p:spTree>
    <p:extLst>
      <p:ext uri="{BB962C8B-B14F-4D97-AF65-F5344CB8AC3E}">
        <p14:creationId xmlns:p14="http://schemas.microsoft.com/office/powerpoint/2010/main" val="2740097408"/>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twoTxTwoObj" preserve="1">
  <p:cSld name="Comparación">
    <p:spTree>
      <p:nvGrpSpPr>
        <p:cNvPr id="1" name=""/>
        <p:cNvGrpSpPr/>
        <p:nvPr/>
      </p:nvGrpSpPr>
      <p:grpSpPr>
        <a:xfrm>
          <a:off x="0" y="0"/>
          <a:ext cx="0" cy="0"/>
          <a:chOff x="0" y="0"/>
          <a:chExt cx="0" cy="0"/>
        </a:xfrm>
      </p:grpSpPr>
      <p:sp>
        <p:nvSpPr>
          <p:cNvPr id="2" name="Título 1"/>
          <p:cNvSpPr>
            <a:spLocks noGrp="1"/>
          </p:cNvSpPr>
          <p:nvPr>
            <p:ph type="title"/>
          </p:nvPr>
        </p:nvSpPr>
        <p:spPr>
          <a:xfrm>
            <a:off x="457200" y="274638"/>
            <a:ext cx="8229600" cy="1143000"/>
          </a:xfrm>
          <a:prstGeom prst="rect">
            <a:avLst/>
          </a:prstGeom>
        </p:spPr>
        <p:txBody>
          <a:bodyPr vert="horz"/>
          <a:lstStyle>
            <a:lvl1pPr>
              <a:defRPr/>
            </a:lvl1pPr>
          </a:lstStyle>
          <a:p>
            <a:r>
              <a:rPr lang="es-ES_tradnl"/>
              <a:t>Clic para editar título</a:t>
            </a:r>
          </a:p>
        </p:txBody>
      </p:sp>
      <p:sp>
        <p:nvSpPr>
          <p:cNvPr id="3" name="Marcador de texto 2"/>
          <p:cNvSpPr>
            <a:spLocks noGrp="1"/>
          </p:cNvSpPr>
          <p:nvPr>
            <p:ph type="body" idx="1"/>
          </p:nvPr>
        </p:nvSpPr>
        <p:spPr>
          <a:xfrm>
            <a:off x="457200" y="1535113"/>
            <a:ext cx="4040188" cy="639762"/>
          </a:xfrm>
          <a:prstGeom prst="rect">
            <a:avLst/>
          </a:prstGeom>
        </p:spPr>
        <p:txBody>
          <a:bodyPr vert="horz"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s-ES_tradnl"/>
              <a:t>Haga clic para modificar el estilo de texto del patrón</a:t>
            </a:r>
          </a:p>
        </p:txBody>
      </p:sp>
      <p:sp>
        <p:nvSpPr>
          <p:cNvPr id="4" name="Marcador de contenido 3"/>
          <p:cNvSpPr>
            <a:spLocks noGrp="1"/>
          </p:cNvSpPr>
          <p:nvPr>
            <p:ph sz="half" idx="2"/>
          </p:nvPr>
        </p:nvSpPr>
        <p:spPr>
          <a:xfrm>
            <a:off x="457200" y="2174875"/>
            <a:ext cx="4040188" cy="3951288"/>
          </a:xfrm>
          <a:prstGeom prst="rect">
            <a:avLst/>
          </a:prstGeom>
        </p:spPr>
        <p:txBody>
          <a:bodyPr vert="horz"/>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s-ES_tradnl"/>
              <a:t>Haga clic para modificar el estilo de texto del patrón</a:t>
            </a:r>
          </a:p>
          <a:p>
            <a:pPr lvl="1"/>
            <a:r>
              <a:rPr lang="es-ES_tradnl"/>
              <a:t>Segundo nivel</a:t>
            </a:r>
          </a:p>
          <a:p>
            <a:pPr lvl="2"/>
            <a:r>
              <a:rPr lang="es-ES_tradnl"/>
              <a:t>Tercer nivel</a:t>
            </a:r>
          </a:p>
          <a:p>
            <a:pPr lvl="3"/>
            <a:r>
              <a:rPr lang="es-ES_tradnl"/>
              <a:t>Cuarto nivel</a:t>
            </a:r>
          </a:p>
          <a:p>
            <a:pPr lvl="4"/>
            <a:r>
              <a:rPr lang="es-ES_tradnl"/>
              <a:t>Quinto nivel</a:t>
            </a:r>
          </a:p>
        </p:txBody>
      </p:sp>
      <p:sp>
        <p:nvSpPr>
          <p:cNvPr id="5" name="Marcador de texto 4"/>
          <p:cNvSpPr>
            <a:spLocks noGrp="1"/>
          </p:cNvSpPr>
          <p:nvPr>
            <p:ph type="body" sz="quarter" idx="3"/>
          </p:nvPr>
        </p:nvSpPr>
        <p:spPr>
          <a:xfrm>
            <a:off x="4645025" y="1535113"/>
            <a:ext cx="4041775" cy="639762"/>
          </a:xfrm>
          <a:prstGeom prst="rect">
            <a:avLst/>
          </a:prstGeom>
        </p:spPr>
        <p:txBody>
          <a:bodyPr vert="horz"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s-ES_tradnl"/>
              <a:t>Haga clic para modificar el estilo de texto del patrón</a:t>
            </a:r>
          </a:p>
        </p:txBody>
      </p:sp>
      <p:sp>
        <p:nvSpPr>
          <p:cNvPr id="6" name="Marcador de contenido 5"/>
          <p:cNvSpPr>
            <a:spLocks noGrp="1"/>
          </p:cNvSpPr>
          <p:nvPr>
            <p:ph sz="quarter" idx="4"/>
          </p:nvPr>
        </p:nvSpPr>
        <p:spPr>
          <a:xfrm>
            <a:off x="4645025" y="2174875"/>
            <a:ext cx="4041775" cy="3951288"/>
          </a:xfrm>
          <a:prstGeom prst="rect">
            <a:avLst/>
          </a:prstGeom>
        </p:spPr>
        <p:txBody>
          <a:bodyPr vert="horz"/>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s-ES_tradnl"/>
              <a:t>Haga clic para modificar el estilo de texto del patrón</a:t>
            </a:r>
          </a:p>
          <a:p>
            <a:pPr lvl="1"/>
            <a:r>
              <a:rPr lang="es-ES_tradnl"/>
              <a:t>Segundo nivel</a:t>
            </a:r>
          </a:p>
          <a:p>
            <a:pPr lvl="2"/>
            <a:r>
              <a:rPr lang="es-ES_tradnl"/>
              <a:t>Tercer nivel</a:t>
            </a:r>
          </a:p>
          <a:p>
            <a:pPr lvl="3"/>
            <a:r>
              <a:rPr lang="es-ES_tradnl"/>
              <a:t>Cuarto nivel</a:t>
            </a:r>
          </a:p>
          <a:p>
            <a:pPr lvl="4"/>
            <a:r>
              <a:rPr lang="es-ES_tradnl"/>
              <a:t>Quinto nivel</a:t>
            </a:r>
          </a:p>
        </p:txBody>
      </p:sp>
      <p:sp>
        <p:nvSpPr>
          <p:cNvPr id="7" name="Rectangle 6">
            <a:extLst>
              <a:ext uri="{FF2B5EF4-FFF2-40B4-BE49-F238E27FC236}">
                <a16:creationId xmlns:a16="http://schemas.microsoft.com/office/drawing/2014/main" id="{C27B3D36-2026-F622-1665-E8BF944FD05D}"/>
              </a:ext>
            </a:extLst>
          </p:cNvPr>
          <p:cNvSpPr>
            <a:spLocks noGrp="1"/>
          </p:cNvSpPr>
          <p:nvPr>
            <p:ph type="sldNum" sz="quarter" idx="10"/>
          </p:nvPr>
        </p:nvSpPr>
        <p:spPr/>
        <p:txBody>
          <a:bodyPr/>
          <a:lstStyle>
            <a:lvl1pPr>
              <a:defRPr/>
            </a:lvl1pPr>
          </a:lstStyle>
          <a:p>
            <a:pPr>
              <a:defRPr/>
            </a:pPr>
            <a:fld id="{BFF7D05E-C194-4444-9DF5-AC0AE221B558}" type="slidenum">
              <a:rPr lang="es-ES_tradnl" altLang="es-ES"/>
              <a:pPr>
                <a:defRPr/>
              </a:pPr>
              <a:t>‹#›</a:t>
            </a:fld>
            <a:endParaRPr lang="es-ES_tradnl" altLang="es-ES"/>
          </a:p>
        </p:txBody>
      </p:sp>
    </p:spTree>
    <p:extLst>
      <p:ext uri="{BB962C8B-B14F-4D97-AF65-F5344CB8AC3E}">
        <p14:creationId xmlns:p14="http://schemas.microsoft.com/office/powerpoint/2010/main" val="142944138"/>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titleOnly" preserve="1">
  <p:cSld name="Sólo el título">
    <p:spTree>
      <p:nvGrpSpPr>
        <p:cNvPr id="1" name=""/>
        <p:cNvGrpSpPr/>
        <p:nvPr/>
      </p:nvGrpSpPr>
      <p:grpSpPr>
        <a:xfrm>
          <a:off x="0" y="0"/>
          <a:ext cx="0" cy="0"/>
          <a:chOff x="0" y="0"/>
          <a:chExt cx="0" cy="0"/>
        </a:xfrm>
      </p:grpSpPr>
      <p:sp>
        <p:nvSpPr>
          <p:cNvPr id="2" name="Título 1"/>
          <p:cNvSpPr>
            <a:spLocks noGrp="1"/>
          </p:cNvSpPr>
          <p:nvPr>
            <p:ph type="title"/>
          </p:nvPr>
        </p:nvSpPr>
        <p:spPr>
          <a:xfrm>
            <a:off x="457200" y="274638"/>
            <a:ext cx="8229600" cy="1143000"/>
          </a:xfrm>
          <a:prstGeom prst="rect">
            <a:avLst/>
          </a:prstGeom>
        </p:spPr>
        <p:txBody>
          <a:bodyPr vert="horz"/>
          <a:lstStyle/>
          <a:p>
            <a:r>
              <a:rPr lang="es-ES_tradnl"/>
              <a:t>Clic para editar título</a:t>
            </a:r>
          </a:p>
        </p:txBody>
      </p:sp>
      <p:sp>
        <p:nvSpPr>
          <p:cNvPr id="3" name="Rectangle 6">
            <a:extLst>
              <a:ext uri="{FF2B5EF4-FFF2-40B4-BE49-F238E27FC236}">
                <a16:creationId xmlns:a16="http://schemas.microsoft.com/office/drawing/2014/main" id="{BF1014E5-7389-C66D-8C47-27770068BB30}"/>
              </a:ext>
            </a:extLst>
          </p:cNvPr>
          <p:cNvSpPr>
            <a:spLocks noGrp="1"/>
          </p:cNvSpPr>
          <p:nvPr>
            <p:ph type="sldNum" sz="quarter" idx="10"/>
          </p:nvPr>
        </p:nvSpPr>
        <p:spPr/>
        <p:txBody>
          <a:bodyPr/>
          <a:lstStyle>
            <a:lvl1pPr>
              <a:defRPr/>
            </a:lvl1pPr>
          </a:lstStyle>
          <a:p>
            <a:pPr>
              <a:defRPr/>
            </a:pPr>
            <a:fld id="{3AF47615-10AE-444D-B1E7-A912194595CE}" type="slidenum">
              <a:rPr lang="es-ES_tradnl" altLang="es-ES"/>
              <a:pPr>
                <a:defRPr/>
              </a:pPr>
              <a:t>‹#›</a:t>
            </a:fld>
            <a:endParaRPr lang="es-ES_tradnl" altLang="es-ES"/>
          </a:p>
        </p:txBody>
      </p:sp>
    </p:spTree>
    <p:extLst>
      <p:ext uri="{BB962C8B-B14F-4D97-AF65-F5344CB8AC3E}">
        <p14:creationId xmlns:p14="http://schemas.microsoft.com/office/powerpoint/2010/main" val="3148501581"/>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type="blank" preserve="1">
  <p:cSld name="En blanco">
    <p:spTree>
      <p:nvGrpSpPr>
        <p:cNvPr id="1" name=""/>
        <p:cNvGrpSpPr/>
        <p:nvPr/>
      </p:nvGrpSpPr>
      <p:grpSpPr>
        <a:xfrm>
          <a:off x="0" y="0"/>
          <a:ext cx="0" cy="0"/>
          <a:chOff x="0" y="0"/>
          <a:chExt cx="0" cy="0"/>
        </a:xfrm>
      </p:grpSpPr>
      <p:sp>
        <p:nvSpPr>
          <p:cNvPr id="2" name="Rectangle 6">
            <a:extLst>
              <a:ext uri="{FF2B5EF4-FFF2-40B4-BE49-F238E27FC236}">
                <a16:creationId xmlns:a16="http://schemas.microsoft.com/office/drawing/2014/main" id="{0B02B5F6-47CF-CED2-DFDE-81809EB55FD5}"/>
              </a:ext>
            </a:extLst>
          </p:cNvPr>
          <p:cNvSpPr>
            <a:spLocks noGrp="1"/>
          </p:cNvSpPr>
          <p:nvPr>
            <p:ph type="sldNum" sz="quarter" idx="10"/>
          </p:nvPr>
        </p:nvSpPr>
        <p:spPr/>
        <p:txBody>
          <a:bodyPr/>
          <a:lstStyle>
            <a:lvl1pPr>
              <a:defRPr/>
            </a:lvl1pPr>
          </a:lstStyle>
          <a:p>
            <a:pPr>
              <a:defRPr/>
            </a:pPr>
            <a:fld id="{42428B9C-6E99-449A-A6A2-304F7D45901C}" type="slidenum">
              <a:rPr lang="es-ES_tradnl" altLang="es-ES"/>
              <a:pPr>
                <a:defRPr/>
              </a:pPr>
              <a:t>‹#›</a:t>
            </a:fld>
            <a:endParaRPr lang="es-ES_tradnl" altLang="es-ES"/>
          </a:p>
        </p:txBody>
      </p:sp>
    </p:spTree>
    <p:extLst>
      <p:ext uri="{BB962C8B-B14F-4D97-AF65-F5344CB8AC3E}">
        <p14:creationId xmlns:p14="http://schemas.microsoft.com/office/powerpoint/2010/main" val="539044347"/>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type="objTx" preserve="1">
  <p:cSld name="Contenido con título">
    <p:spTree>
      <p:nvGrpSpPr>
        <p:cNvPr id="1" name=""/>
        <p:cNvGrpSpPr/>
        <p:nvPr/>
      </p:nvGrpSpPr>
      <p:grpSpPr>
        <a:xfrm>
          <a:off x="0" y="0"/>
          <a:ext cx="0" cy="0"/>
          <a:chOff x="0" y="0"/>
          <a:chExt cx="0" cy="0"/>
        </a:xfrm>
      </p:grpSpPr>
      <p:sp>
        <p:nvSpPr>
          <p:cNvPr id="2" name="Título 1"/>
          <p:cNvSpPr>
            <a:spLocks noGrp="1"/>
          </p:cNvSpPr>
          <p:nvPr>
            <p:ph type="title"/>
          </p:nvPr>
        </p:nvSpPr>
        <p:spPr>
          <a:xfrm>
            <a:off x="457200" y="273050"/>
            <a:ext cx="3008313" cy="1162050"/>
          </a:xfrm>
          <a:prstGeom prst="rect">
            <a:avLst/>
          </a:prstGeom>
        </p:spPr>
        <p:txBody>
          <a:bodyPr vert="horz" anchor="b"/>
          <a:lstStyle>
            <a:lvl1pPr algn="l">
              <a:defRPr sz="2000" b="1"/>
            </a:lvl1pPr>
          </a:lstStyle>
          <a:p>
            <a:r>
              <a:rPr lang="es-ES_tradnl"/>
              <a:t>Clic para editar título</a:t>
            </a:r>
          </a:p>
        </p:txBody>
      </p:sp>
      <p:sp>
        <p:nvSpPr>
          <p:cNvPr id="3" name="Marcador de contenido 2"/>
          <p:cNvSpPr>
            <a:spLocks noGrp="1"/>
          </p:cNvSpPr>
          <p:nvPr>
            <p:ph idx="1"/>
          </p:nvPr>
        </p:nvSpPr>
        <p:spPr>
          <a:xfrm>
            <a:off x="3575050" y="273050"/>
            <a:ext cx="5111750" cy="5853113"/>
          </a:xfrm>
          <a:prstGeom prst="rect">
            <a:avLst/>
          </a:prstGeom>
        </p:spPr>
        <p:txBody>
          <a:bodyPr vert="horz"/>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s-ES_tradnl"/>
              <a:t>Haga clic para modificar el estilo de texto del patrón</a:t>
            </a:r>
          </a:p>
          <a:p>
            <a:pPr lvl="1"/>
            <a:r>
              <a:rPr lang="es-ES_tradnl"/>
              <a:t>Segundo nivel</a:t>
            </a:r>
          </a:p>
          <a:p>
            <a:pPr lvl="2"/>
            <a:r>
              <a:rPr lang="es-ES_tradnl"/>
              <a:t>Tercer nivel</a:t>
            </a:r>
          </a:p>
          <a:p>
            <a:pPr lvl="3"/>
            <a:r>
              <a:rPr lang="es-ES_tradnl"/>
              <a:t>Cuarto nivel</a:t>
            </a:r>
          </a:p>
          <a:p>
            <a:pPr lvl="4"/>
            <a:r>
              <a:rPr lang="es-ES_tradnl"/>
              <a:t>Quinto nivel</a:t>
            </a:r>
          </a:p>
        </p:txBody>
      </p:sp>
      <p:sp>
        <p:nvSpPr>
          <p:cNvPr id="4" name="Marcador de texto 3"/>
          <p:cNvSpPr>
            <a:spLocks noGrp="1"/>
          </p:cNvSpPr>
          <p:nvPr>
            <p:ph type="body" sz="half" idx="2"/>
          </p:nvPr>
        </p:nvSpPr>
        <p:spPr>
          <a:xfrm>
            <a:off x="457200" y="1435100"/>
            <a:ext cx="3008313" cy="4691063"/>
          </a:xfrm>
          <a:prstGeom prst="rect">
            <a:avLst/>
          </a:prstGeom>
        </p:spPr>
        <p:txBody>
          <a:bodyPr vert="horz"/>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s-ES_tradnl"/>
              <a:t>Haga clic para modificar el estilo de texto del patrón</a:t>
            </a:r>
          </a:p>
        </p:txBody>
      </p:sp>
      <p:sp>
        <p:nvSpPr>
          <p:cNvPr id="5" name="Rectangle 6">
            <a:extLst>
              <a:ext uri="{FF2B5EF4-FFF2-40B4-BE49-F238E27FC236}">
                <a16:creationId xmlns:a16="http://schemas.microsoft.com/office/drawing/2014/main" id="{D5ED577B-AD06-96A7-4170-B2ABAA62BC1C}"/>
              </a:ext>
            </a:extLst>
          </p:cNvPr>
          <p:cNvSpPr>
            <a:spLocks noGrp="1"/>
          </p:cNvSpPr>
          <p:nvPr>
            <p:ph type="sldNum" sz="quarter" idx="10"/>
          </p:nvPr>
        </p:nvSpPr>
        <p:spPr/>
        <p:txBody>
          <a:bodyPr/>
          <a:lstStyle>
            <a:lvl1pPr>
              <a:defRPr/>
            </a:lvl1pPr>
          </a:lstStyle>
          <a:p>
            <a:pPr>
              <a:defRPr/>
            </a:pPr>
            <a:fld id="{55C12A44-0F04-44F1-A23D-36773C77D453}" type="slidenum">
              <a:rPr lang="es-ES_tradnl" altLang="es-ES"/>
              <a:pPr>
                <a:defRPr/>
              </a:pPr>
              <a:t>‹#›</a:t>
            </a:fld>
            <a:endParaRPr lang="es-ES_tradnl" altLang="es-ES"/>
          </a:p>
        </p:txBody>
      </p:sp>
    </p:spTree>
    <p:extLst>
      <p:ext uri="{BB962C8B-B14F-4D97-AF65-F5344CB8AC3E}">
        <p14:creationId xmlns:p14="http://schemas.microsoft.com/office/powerpoint/2010/main" val="322493778"/>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type="picTx" preserve="1">
  <p:cSld name="Imagen con título">
    <p:spTree>
      <p:nvGrpSpPr>
        <p:cNvPr id="1" name=""/>
        <p:cNvGrpSpPr/>
        <p:nvPr/>
      </p:nvGrpSpPr>
      <p:grpSpPr>
        <a:xfrm>
          <a:off x="0" y="0"/>
          <a:ext cx="0" cy="0"/>
          <a:chOff x="0" y="0"/>
          <a:chExt cx="0" cy="0"/>
        </a:xfrm>
      </p:grpSpPr>
      <p:sp>
        <p:nvSpPr>
          <p:cNvPr id="2" name="Título 1"/>
          <p:cNvSpPr>
            <a:spLocks noGrp="1"/>
          </p:cNvSpPr>
          <p:nvPr>
            <p:ph type="title"/>
          </p:nvPr>
        </p:nvSpPr>
        <p:spPr>
          <a:xfrm>
            <a:off x="1792288" y="4800600"/>
            <a:ext cx="5486400" cy="566738"/>
          </a:xfrm>
          <a:prstGeom prst="rect">
            <a:avLst/>
          </a:prstGeom>
        </p:spPr>
        <p:txBody>
          <a:bodyPr vert="horz" anchor="b"/>
          <a:lstStyle>
            <a:lvl1pPr algn="l">
              <a:defRPr sz="2000" b="1"/>
            </a:lvl1pPr>
          </a:lstStyle>
          <a:p>
            <a:r>
              <a:rPr lang="es-ES_tradnl"/>
              <a:t>Clic para editar título</a:t>
            </a:r>
          </a:p>
        </p:txBody>
      </p:sp>
      <p:sp>
        <p:nvSpPr>
          <p:cNvPr id="3" name="Marcador de posición de imagen 2"/>
          <p:cNvSpPr>
            <a:spLocks noGrp="1"/>
          </p:cNvSpPr>
          <p:nvPr>
            <p:ph type="pic" idx="1"/>
          </p:nvPr>
        </p:nvSpPr>
        <p:spPr>
          <a:xfrm>
            <a:off x="1792288" y="612775"/>
            <a:ext cx="5486400" cy="4114800"/>
          </a:xfrm>
          <a:prstGeom prst="rect">
            <a:avLst/>
          </a:prstGeom>
        </p:spPr>
        <p:txBody>
          <a:bodyPr vert="horz"/>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pPr lvl="0"/>
            <a:endParaRPr lang="es-ES_tradnl" noProof="0">
              <a:sym typeface="Arial" charset="0"/>
            </a:endParaRPr>
          </a:p>
        </p:txBody>
      </p:sp>
      <p:sp>
        <p:nvSpPr>
          <p:cNvPr id="4" name="Marcador de texto 3"/>
          <p:cNvSpPr>
            <a:spLocks noGrp="1"/>
          </p:cNvSpPr>
          <p:nvPr>
            <p:ph type="body" sz="half" idx="2"/>
          </p:nvPr>
        </p:nvSpPr>
        <p:spPr>
          <a:xfrm>
            <a:off x="1792288" y="5367338"/>
            <a:ext cx="5486400" cy="804862"/>
          </a:xfrm>
          <a:prstGeom prst="rect">
            <a:avLst/>
          </a:prstGeom>
        </p:spPr>
        <p:txBody>
          <a:bodyPr vert="horz"/>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s-ES_tradnl"/>
              <a:t>Haga clic para modificar el estilo de texto del patrón</a:t>
            </a:r>
          </a:p>
        </p:txBody>
      </p:sp>
      <p:sp>
        <p:nvSpPr>
          <p:cNvPr id="5" name="Rectangle 6">
            <a:extLst>
              <a:ext uri="{FF2B5EF4-FFF2-40B4-BE49-F238E27FC236}">
                <a16:creationId xmlns:a16="http://schemas.microsoft.com/office/drawing/2014/main" id="{DDEB7059-6678-384A-3EA3-E570A4633C2D}"/>
              </a:ext>
            </a:extLst>
          </p:cNvPr>
          <p:cNvSpPr>
            <a:spLocks noGrp="1"/>
          </p:cNvSpPr>
          <p:nvPr>
            <p:ph type="sldNum" sz="quarter" idx="10"/>
          </p:nvPr>
        </p:nvSpPr>
        <p:spPr/>
        <p:txBody>
          <a:bodyPr/>
          <a:lstStyle>
            <a:lvl1pPr>
              <a:defRPr/>
            </a:lvl1pPr>
          </a:lstStyle>
          <a:p>
            <a:pPr>
              <a:defRPr/>
            </a:pPr>
            <a:fld id="{99730367-E7DB-4CFB-AAB4-E67AEAA2CE09}" type="slidenum">
              <a:rPr lang="es-ES_tradnl" altLang="es-ES"/>
              <a:pPr>
                <a:defRPr/>
              </a:pPr>
              <a:t>‹#›</a:t>
            </a:fld>
            <a:endParaRPr lang="es-ES_tradnl" altLang="es-ES"/>
          </a:p>
        </p:txBody>
      </p:sp>
    </p:spTree>
    <p:extLst>
      <p:ext uri="{BB962C8B-B14F-4D97-AF65-F5344CB8AC3E}">
        <p14:creationId xmlns:p14="http://schemas.microsoft.com/office/powerpoint/2010/main" val="3476581287"/>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type="vertTx" preserve="1">
  <p:cSld name="Título y texto vertical">
    <p:spTree>
      <p:nvGrpSpPr>
        <p:cNvPr id="1" name=""/>
        <p:cNvGrpSpPr/>
        <p:nvPr/>
      </p:nvGrpSpPr>
      <p:grpSpPr>
        <a:xfrm>
          <a:off x="0" y="0"/>
          <a:ext cx="0" cy="0"/>
          <a:chOff x="0" y="0"/>
          <a:chExt cx="0" cy="0"/>
        </a:xfrm>
      </p:grpSpPr>
      <p:sp>
        <p:nvSpPr>
          <p:cNvPr id="2" name="Título 1"/>
          <p:cNvSpPr>
            <a:spLocks noGrp="1"/>
          </p:cNvSpPr>
          <p:nvPr>
            <p:ph type="title"/>
          </p:nvPr>
        </p:nvSpPr>
        <p:spPr>
          <a:xfrm>
            <a:off x="457200" y="274638"/>
            <a:ext cx="8229600" cy="1143000"/>
          </a:xfrm>
          <a:prstGeom prst="rect">
            <a:avLst/>
          </a:prstGeom>
        </p:spPr>
        <p:txBody>
          <a:bodyPr vert="horz"/>
          <a:lstStyle/>
          <a:p>
            <a:r>
              <a:rPr lang="es-ES_tradnl"/>
              <a:t>Clic para editar título</a:t>
            </a:r>
          </a:p>
        </p:txBody>
      </p:sp>
      <p:sp>
        <p:nvSpPr>
          <p:cNvPr id="3" name="Marcador de texto vertical 2"/>
          <p:cNvSpPr>
            <a:spLocks noGrp="1"/>
          </p:cNvSpPr>
          <p:nvPr>
            <p:ph type="body" orient="vert" idx="1"/>
          </p:nvPr>
        </p:nvSpPr>
        <p:spPr>
          <a:xfrm>
            <a:off x="457200" y="1600200"/>
            <a:ext cx="8229600" cy="4525963"/>
          </a:xfrm>
          <a:prstGeom prst="rect">
            <a:avLst/>
          </a:prstGeom>
        </p:spPr>
        <p:txBody>
          <a:bodyPr vert="eaVert"/>
          <a:lstStyle/>
          <a:p>
            <a:pPr lvl="0"/>
            <a:r>
              <a:rPr lang="es-ES_tradnl"/>
              <a:t>Haga clic para modificar el estilo de texto del patrón</a:t>
            </a:r>
          </a:p>
          <a:p>
            <a:pPr lvl="1"/>
            <a:r>
              <a:rPr lang="es-ES_tradnl"/>
              <a:t>Segundo nivel</a:t>
            </a:r>
          </a:p>
          <a:p>
            <a:pPr lvl="2"/>
            <a:r>
              <a:rPr lang="es-ES_tradnl"/>
              <a:t>Tercer nivel</a:t>
            </a:r>
          </a:p>
          <a:p>
            <a:pPr lvl="3"/>
            <a:r>
              <a:rPr lang="es-ES_tradnl"/>
              <a:t>Cuarto nivel</a:t>
            </a:r>
          </a:p>
          <a:p>
            <a:pPr lvl="4"/>
            <a:r>
              <a:rPr lang="es-ES_tradnl"/>
              <a:t>Quinto nivel</a:t>
            </a:r>
          </a:p>
        </p:txBody>
      </p:sp>
      <p:sp>
        <p:nvSpPr>
          <p:cNvPr id="4" name="Rectangle 6">
            <a:extLst>
              <a:ext uri="{FF2B5EF4-FFF2-40B4-BE49-F238E27FC236}">
                <a16:creationId xmlns:a16="http://schemas.microsoft.com/office/drawing/2014/main" id="{B5D6EB88-23F4-7C56-0151-28106D521EF5}"/>
              </a:ext>
            </a:extLst>
          </p:cNvPr>
          <p:cNvSpPr>
            <a:spLocks noGrp="1"/>
          </p:cNvSpPr>
          <p:nvPr>
            <p:ph type="sldNum" sz="quarter" idx="10"/>
          </p:nvPr>
        </p:nvSpPr>
        <p:spPr/>
        <p:txBody>
          <a:bodyPr/>
          <a:lstStyle>
            <a:lvl1pPr>
              <a:defRPr/>
            </a:lvl1pPr>
          </a:lstStyle>
          <a:p>
            <a:pPr>
              <a:defRPr/>
            </a:pPr>
            <a:fld id="{7C2D4719-C7F3-492E-9AF3-E4A51152EF88}" type="slidenum">
              <a:rPr lang="es-ES_tradnl" altLang="es-ES"/>
              <a:pPr>
                <a:defRPr/>
              </a:pPr>
              <a:t>‹#›</a:t>
            </a:fld>
            <a:endParaRPr lang="es-ES_tradnl" altLang="es-ES"/>
          </a:p>
        </p:txBody>
      </p:sp>
    </p:spTree>
    <p:extLst>
      <p:ext uri="{BB962C8B-B14F-4D97-AF65-F5344CB8AC3E}">
        <p14:creationId xmlns:p14="http://schemas.microsoft.com/office/powerpoint/2010/main" val="1485242068"/>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type="vertTitleAndTx" preserve="1">
  <p:cSld name="Título vertical y texto">
    <p:spTree>
      <p:nvGrpSpPr>
        <p:cNvPr id="1" name=""/>
        <p:cNvGrpSpPr/>
        <p:nvPr/>
      </p:nvGrpSpPr>
      <p:grpSpPr>
        <a:xfrm>
          <a:off x="0" y="0"/>
          <a:ext cx="0" cy="0"/>
          <a:chOff x="0" y="0"/>
          <a:chExt cx="0" cy="0"/>
        </a:xfrm>
      </p:grpSpPr>
      <p:sp>
        <p:nvSpPr>
          <p:cNvPr id="2" name="Título vertical 1"/>
          <p:cNvSpPr>
            <a:spLocks noGrp="1"/>
          </p:cNvSpPr>
          <p:nvPr>
            <p:ph type="title" orient="vert"/>
          </p:nvPr>
        </p:nvSpPr>
        <p:spPr>
          <a:xfrm>
            <a:off x="6629400" y="274638"/>
            <a:ext cx="2057400" cy="5851525"/>
          </a:xfrm>
          <a:prstGeom prst="rect">
            <a:avLst/>
          </a:prstGeom>
        </p:spPr>
        <p:txBody>
          <a:bodyPr vert="eaVert"/>
          <a:lstStyle/>
          <a:p>
            <a:r>
              <a:rPr lang="es-ES_tradnl"/>
              <a:t>Clic para editar título</a:t>
            </a:r>
          </a:p>
        </p:txBody>
      </p:sp>
      <p:sp>
        <p:nvSpPr>
          <p:cNvPr id="3" name="Marcador de texto vertical 2"/>
          <p:cNvSpPr>
            <a:spLocks noGrp="1"/>
          </p:cNvSpPr>
          <p:nvPr>
            <p:ph type="body" orient="vert" idx="1"/>
          </p:nvPr>
        </p:nvSpPr>
        <p:spPr>
          <a:xfrm>
            <a:off x="457200" y="274638"/>
            <a:ext cx="6019800" cy="5851525"/>
          </a:xfrm>
          <a:prstGeom prst="rect">
            <a:avLst/>
          </a:prstGeom>
        </p:spPr>
        <p:txBody>
          <a:bodyPr vert="eaVert"/>
          <a:lstStyle/>
          <a:p>
            <a:pPr lvl="0"/>
            <a:r>
              <a:rPr lang="es-ES_tradnl"/>
              <a:t>Haga clic para modificar el estilo de texto del patrón</a:t>
            </a:r>
          </a:p>
          <a:p>
            <a:pPr lvl="1"/>
            <a:r>
              <a:rPr lang="es-ES_tradnl"/>
              <a:t>Segundo nivel</a:t>
            </a:r>
          </a:p>
          <a:p>
            <a:pPr lvl="2"/>
            <a:r>
              <a:rPr lang="es-ES_tradnl"/>
              <a:t>Tercer nivel</a:t>
            </a:r>
          </a:p>
          <a:p>
            <a:pPr lvl="3"/>
            <a:r>
              <a:rPr lang="es-ES_tradnl"/>
              <a:t>Cuarto nivel</a:t>
            </a:r>
          </a:p>
          <a:p>
            <a:pPr lvl="4"/>
            <a:r>
              <a:rPr lang="es-ES_tradnl"/>
              <a:t>Quinto nivel</a:t>
            </a:r>
          </a:p>
        </p:txBody>
      </p:sp>
      <p:sp>
        <p:nvSpPr>
          <p:cNvPr id="4" name="Rectangle 6">
            <a:extLst>
              <a:ext uri="{FF2B5EF4-FFF2-40B4-BE49-F238E27FC236}">
                <a16:creationId xmlns:a16="http://schemas.microsoft.com/office/drawing/2014/main" id="{C785599A-BD51-33BE-C6AA-F62466A86565}"/>
              </a:ext>
            </a:extLst>
          </p:cNvPr>
          <p:cNvSpPr>
            <a:spLocks noGrp="1"/>
          </p:cNvSpPr>
          <p:nvPr>
            <p:ph type="sldNum" sz="quarter" idx="10"/>
          </p:nvPr>
        </p:nvSpPr>
        <p:spPr/>
        <p:txBody>
          <a:bodyPr/>
          <a:lstStyle>
            <a:lvl1pPr>
              <a:defRPr/>
            </a:lvl1pPr>
          </a:lstStyle>
          <a:p>
            <a:pPr>
              <a:defRPr/>
            </a:pPr>
            <a:fld id="{A9116F08-8A41-4EFB-B343-851DEF99609A}" type="slidenum">
              <a:rPr lang="es-ES_tradnl" altLang="es-ES"/>
              <a:pPr>
                <a:defRPr/>
              </a:pPr>
              <a:t>‹#›</a:t>
            </a:fld>
            <a:endParaRPr lang="es-ES_tradnl" altLang="es-ES"/>
          </a:p>
        </p:txBody>
      </p:sp>
    </p:spTree>
    <p:extLst>
      <p:ext uri="{BB962C8B-B14F-4D97-AF65-F5344CB8AC3E}">
        <p14:creationId xmlns:p14="http://schemas.microsoft.com/office/powerpoint/2010/main" val="4260523855"/>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image" Target="../media/image1.png"/><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_rels/slideMaster2.xml.rels><?xml version="1.0" encoding="UTF-8" standalone="yes"?>
<Relationships xmlns="http://schemas.openxmlformats.org/package/2006/relationships"><Relationship Id="rId8" Type="http://schemas.openxmlformats.org/officeDocument/2006/relationships/slideLayout" Target="../slideLayouts/slideLayout19.xml"/><Relationship Id="rId13" Type="http://schemas.openxmlformats.org/officeDocument/2006/relationships/image" Target="../media/image2.png"/><Relationship Id="rId3" Type="http://schemas.openxmlformats.org/officeDocument/2006/relationships/slideLayout" Target="../slideLayouts/slideLayout14.xml"/><Relationship Id="rId7" Type="http://schemas.openxmlformats.org/officeDocument/2006/relationships/slideLayout" Target="../slideLayouts/slideLayout18.xml"/><Relationship Id="rId12" Type="http://schemas.openxmlformats.org/officeDocument/2006/relationships/theme" Target="../theme/theme2.xml"/><Relationship Id="rId2" Type="http://schemas.openxmlformats.org/officeDocument/2006/relationships/slideLayout" Target="../slideLayouts/slideLayout13.xml"/><Relationship Id="rId1" Type="http://schemas.openxmlformats.org/officeDocument/2006/relationships/slideLayout" Target="../slideLayouts/slideLayout12.xml"/><Relationship Id="rId6" Type="http://schemas.openxmlformats.org/officeDocument/2006/relationships/slideLayout" Target="../slideLayouts/slideLayout17.xml"/><Relationship Id="rId11" Type="http://schemas.openxmlformats.org/officeDocument/2006/relationships/slideLayout" Target="../slideLayouts/slideLayout22.xml"/><Relationship Id="rId5" Type="http://schemas.openxmlformats.org/officeDocument/2006/relationships/slideLayout" Target="../slideLayouts/slideLayout16.xml"/><Relationship Id="rId10" Type="http://schemas.openxmlformats.org/officeDocument/2006/relationships/slideLayout" Target="../slideLayouts/slideLayout21.xml"/><Relationship Id="rId4" Type="http://schemas.openxmlformats.org/officeDocument/2006/relationships/slideLayout" Target="../slideLayouts/slideLayout15.xml"/><Relationship Id="rId9" Type="http://schemas.openxmlformats.org/officeDocument/2006/relationships/slideLayout" Target="../slideLayouts/slideLayout20.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bwMode="auto">
      <p:bgPr>
        <a:solidFill>
          <a:srgbClr val="FFFFFF"/>
        </a:solidFill>
        <a:effectLst/>
      </p:bgPr>
    </p:bg>
    <p:spTree>
      <p:nvGrpSpPr>
        <p:cNvPr id="1" name=""/>
        <p:cNvGrpSpPr/>
        <p:nvPr/>
      </p:nvGrpSpPr>
      <p:grpSpPr>
        <a:xfrm>
          <a:off x="0" y="0"/>
          <a:ext cx="0" cy="0"/>
          <a:chOff x="0" y="0"/>
          <a:chExt cx="0" cy="0"/>
        </a:xfrm>
      </p:grpSpPr>
      <p:sp>
        <p:nvSpPr>
          <p:cNvPr id="1026" name="Rectangle 1">
            <a:extLst>
              <a:ext uri="{FF2B5EF4-FFF2-40B4-BE49-F238E27FC236}">
                <a16:creationId xmlns:a16="http://schemas.microsoft.com/office/drawing/2014/main" id="{E6881766-938A-B164-D09B-DE7192D62A4D}"/>
              </a:ext>
            </a:extLst>
          </p:cNvPr>
          <p:cNvSpPr>
            <a:spLocks noGrp="1"/>
          </p:cNvSpPr>
          <p:nvPr>
            <p:ph type="title"/>
          </p:nvPr>
        </p:nvSpPr>
        <p:spPr bwMode="auto">
          <a:xfrm>
            <a:off x="0" y="2957513"/>
            <a:ext cx="9144000" cy="6143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0"/>
                <a:headEnd/>
                <a:tailEnd/>
              </a14:hiddenLine>
            </a:ext>
          </a:extLst>
        </p:spPr>
        <p:txBody>
          <a:bodyPr vert="horz" wrap="square" lIns="0" tIns="0" rIns="0" bIns="0" numCol="1" anchor="ctr" anchorCtr="0" compatLnSpc="1">
            <a:prstTxWarp prst="textNoShape">
              <a:avLst/>
            </a:prstTxWarp>
          </a:bodyPr>
          <a:lstStyle/>
          <a:p>
            <a:pPr lvl="0"/>
            <a:r>
              <a:rPr lang="es-ES_tradnl" altLang="es-ES">
                <a:sym typeface="Arial Narrow" panose="020B0606020202030204" pitchFamily="34" charset="0"/>
              </a:rPr>
              <a:t>Click to edit Master title style</a:t>
            </a:r>
          </a:p>
        </p:txBody>
      </p:sp>
      <p:pic>
        <p:nvPicPr>
          <p:cNvPr id="1027" name="Picture 2" descr="logoblanco.png">
            <a:extLst>
              <a:ext uri="{FF2B5EF4-FFF2-40B4-BE49-F238E27FC236}">
                <a16:creationId xmlns:a16="http://schemas.microsoft.com/office/drawing/2014/main" id="{C0555D94-5BA2-CB6D-9A52-D6CEE51EE072}"/>
              </a:ext>
            </a:extLst>
          </p:cNvPr>
          <p:cNvPicPr>
            <a:picLocks noChangeAspect="1"/>
          </p:cNvPicPr>
          <p:nvPr/>
        </p:nvPicPr>
        <p:blipFill>
          <a:blip r:embed="rId13">
            <a:extLst>
              <a:ext uri="{28A0092B-C50C-407E-A947-70E740481C1C}">
                <a14:useLocalDpi xmlns:a14="http://schemas.microsoft.com/office/drawing/2010/main" val="0"/>
              </a:ext>
            </a:extLst>
          </a:blip>
          <a:srcRect/>
          <a:stretch>
            <a:fillRect/>
          </a:stretch>
        </p:blipFill>
        <p:spPr bwMode="auto">
          <a:xfrm>
            <a:off x="7475538" y="3106738"/>
            <a:ext cx="1222375" cy="38893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0"/>
                <a:headEnd/>
                <a:tailEnd/>
              </a14:hiddenLine>
            </a:ext>
          </a:extLst>
        </p:spPr>
      </p:pic>
    </p:spTree>
  </p:cSld>
  <p:clrMap bg1="lt1" tx1="dk1" bg2="lt2" tx2="dk2" accent1="accent1" accent2="accent2" accent3="accent3" accent4="accent4" accent5="accent5" accent6="accent6" hlink="hlink" folHlink="folHlink"/>
  <p:sldLayoutIdLst>
    <p:sldLayoutId id="2147483650" r:id="rId1"/>
    <p:sldLayoutId id="2147483651" r:id="rId2"/>
    <p:sldLayoutId id="2147483652" r:id="rId3"/>
    <p:sldLayoutId id="2147483653" r:id="rId4"/>
    <p:sldLayoutId id="2147483654" r:id="rId5"/>
    <p:sldLayoutId id="2147483655" r:id="rId6"/>
    <p:sldLayoutId id="2147483656" r:id="rId7"/>
    <p:sldLayoutId id="2147483657" r:id="rId8"/>
    <p:sldLayoutId id="2147483658" r:id="rId9"/>
    <p:sldLayoutId id="2147483659" r:id="rId10"/>
    <p:sldLayoutId id="2147483660" r:id="rId11"/>
  </p:sldLayoutIdLst>
  <p:hf hdr="0" ftr="0" dt="0"/>
  <p:txStyles>
    <p:titleStyle>
      <a:lvl1pPr algn="l" defTabSz="457200" rtl="0" eaLnBrk="0" fontAlgn="base" hangingPunct="0">
        <a:spcBef>
          <a:spcPct val="0"/>
        </a:spcBef>
        <a:spcAft>
          <a:spcPct val="0"/>
        </a:spcAft>
        <a:defRPr sz="4000">
          <a:solidFill>
            <a:srgbClr val="FFFFFF"/>
          </a:solidFill>
          <a:latin typeface="+mj-lt"/>
          <a:ea typeface="+mj-ea"/>
          <a:cs typeface="+mj-cs"/>
          <a:sym typeface="Arial Narrow" panose="020B0606020202030204" pitchFamily="34" charset="0"/>
        </a:defRPr>
      </a:lvl1pPr>
      <a:lvl2pPr algn="l" defTabSz="457200" rtl="0" eaLnBrk="0" fontAlgn="base" hangingPunct="0">
        <a:spcBef>
          <a:spcPct val="0"/>
        </a:spcBef>
        <a:spcAft>
          <a:spcPct val="0"/>
        </a:spcAft>
        <a:defRPr sz="4000">
          <a:solidFill>
            <a:srgbClr val="FFFFFF"/>
          </a:solidFill>
          <a:latin typeface="Arial Narrow" charset="0"/>
          <a:ea typeface="Arial Narrow" charset="0"/>
          <a:cs typeface="Arial Narrow" charset="0"/>
          <a:sym typeface="Arial Narrow" panose="020B0606020202030204" pitchFamily="34" charset="0"/>
        </a:defRPr>
      </a:lvl2pPr>
      <a:lvl3pPr algn="l" defTabSz="457200" rtl="0" eaLnBrk="0" fontAlgn="base" hangingPunct="0">
        <a:spcBef>
          <a:spcPct val="0"/>
        </a:spcBef>
        <a:spcAft>
          <a:spcPct val="0"/>
        </a:spcAft>
        <a:defRPr sz="4000">
          <a:solidFill>
            <a:srgbClr val="FFFFFF"/>
          </a:solidFill>
          <a:latin typeface="Arial Narrow" charset="0"/>
          <a:ea typeface="Arial Narrow" charset="0"/>
          <a:cs typeface="Arial Narrow" charset="0"/>
          <a:sym typeface="Arial Narrow" panose="020B0606020202030204" pitchFamily="34" charset="0"/>
        </a:defRPr>
      </a:lvl3pPr>
      <a:lvl4pPr algn="l" defTabSz="457200" rtl="0" eaLnBrk="0" fontAlgn="base" hangingPunct="0">
        <a:spcBef>
          <a:spcPct val="0"/>
        </a:spcBef>
        <a:spcAft>
          <a:spcPct val="0"/>
        </a:spcAft>
        <a:defRPr sz="4000">
          <a:solidFill>
            <a:srgbClr val="FFFFFF"/>
          </a:solidFill>
          <a:latin typeface="Arial Narrow" charset="0"/>
          <a:ea typeface="Arial Narrow" charset="0"/>
          <a:cs typeface="Arial Narrow" charset="0"/>
          <a:sym typeface="Arial Narrow" panose="020B0606020202030204" pitchFamily="34" charset="0"/>
        </a:defRPr>
      </a:lvl4pPr>
      <a:lvl5pPr algn="l" defTabSz="457200" rtl="0" eaLnBrk="0" fontAlgn="base" hangingPunct="0">
        <a:spcBef>
          <a:spcPct val="0"/>
        </a:spcBef>
        <a:spcAft>
          <a:spcPct val="0"/>
        </a:spcAft>
        <a:defRPr sz="4000">
          <a:solidFill>
            <a:srgbClr val="FFFFFF"/>
          </a:solidFill>
          <a:latin typeface="Arial Narrow" charset="0"/>
          <a:ea typeface="Arial Narrow" charset="0"/>
          <a:cs typeface="Arial Narrow" charset="0"/>
          <a:sym typeface="Arial Narrow" panose="020B0606020202030204" pitchFamily="34" charset="0"/>
        </a:defRPr>
      </a:lvl5pPr>
      <a:lvl6pPr marL="457200" algn="l" defTabSz="457200" rtl="0" fontAlgn="base" hangingPunct="0">
        <a:spcBef>
          <a:spcPct val="0"/>
        </a:spcBef>
        <a:spcAft>
          <a:spcPct val="0"/>
        </a:spcAft>
        <a:defRPr sz="4000">
          <a:solidFill>
            <a:srgbClr val="FFFFFF"/>
          </a:solidFill>
          <a:latin typeface="Arial Narrow" charset="0"/>
          <a:ea typeface="Arial Narrow" charset="0"/>
          <a:cs typeface="Arial Narrow" charset="0"/>
          <a:sym typeface="Arial Narrow" charset="0"/>
        </a:defRPr>
      </a:lvl6pPr>
      <a:lvl7pPr marL="914400" algn="l" defTabSz="457200" rtl="0" fontAlgn="base" hangingPunct="0">
        <a:spcBef>
          <a:spcPct val="0"/>
        </a:spcBef>
        <a:spcAft>
          <a:spcPct val="0"/>
        </a:spcAft>
        <a:defRPr sz="4000">
          <a:solidFill>
            <a:srgbClr val="FFFFFF"/>
          </a:solidFill>
          <a:latin typeface="Arial Narrow" charset="0"/>
          <a:ea typeface="Arial Narrow" charset="0"/>
          <a:cs typeface="Arial Narrow" charset="0"/>
          <a:sym typeface="Arial Narrow" charset="0"/>
        </a:defRPr>
      </a:lvl7pPr>
      <a:lvl8pPr marL="1371600" algn="l" defTabSz="457200" rtl="0" fontAlgn="base" hangingPunct="0">
        <a:spcBef>
          <a:spcPct val="0"/>
        </a:spcBef>
        <a:spcAft>
          <a:spcPct val="0"/>
        </a:spcAft>
        <a:defRPr sz="4000">
          <a:solidFill>
            <a:srgbClr val="FFFFFF"/>
          </a:solidFill>
          <a:latin typeface="Arial Narrow" charset="0"/>
          <a:ea typeface="Arial Narrow" charset="0"/>
          <a:cs typeface="Arial Narrow" charset="0"/>
          <a:sym typeface="Arial Narrow" charset="0"/>
        </a:defRPr>
      </a:lvl8pPr>
      <a:lvl9pPr marL="1828800" algn="l" defTabSz="457200" rtl="0" fontAlgn="base" hangingPunct="0">
        <a:spcBef>
          <a:spcPct val="0"/>
        </a:spcBef>
        <a:spcAft>
          <a:spcPct val="0"/>
        </a:spcAft>
        <a:defRPr sz="4000">
          <a:solidFill>
            <a:srgbClr val="FFFFFF"/>
          </a:solidFill>
          <a:latin typeface="Arial Narrow" charset="0"/>
          <a:ea typeface="Arial Narrow" charset="0"/>
          <a:cs typeface="Arial Narrow" charset="0"/>
          <a:sym typeface="Arial Narrow" charset="0"/>
        </a:defRPr>
      </a:lvl9pPr>
    </p:titleStyle>
    <p:bodyStyle>
      <a:lvl1pPr marL="342900" indent="-342900" algn="l" defTabSz="457200" rtl="0" eaLnBrk="0" fontAlgn="base" hangingPunct="0">
        <a:spcBef>
          <a:spcPts val="400"/>
        </a:spcBef>
        <a:spcAft>
          <a:spcPct val="0"/>
        </a:spcAft>
        <a:buSzPct val="100000"/>
        <a:buFont typeface="Arial" panose="020B0604020202020204" pitchFamily="34" charset="0"/>
        <a:buChar char="•"/>
        <a:defRPr sz="2000">
          <a:solidFill>
            <a:srgbClr val="666666"/>
          </a:solidFill>
          <a:latin typeface="+mn-lt"/>
          <a:ea typeface="+mn-ea"/>
          <a:cs typeface="+mn-cs"/>
          <a:sym typeface="Arial" panose="020B0604020202020204" pitchFamily="34" charset="0"/>
        </a:defRPr>
      </a:lvl1pPr>
      <a:lvl2pPr marL="742950" indent="-285750" algn="l" defTabSz="457200" rtl="0" eaLnBrk="0" fontAlgn="base" hangingPunct="0">
        <a:spcBef>
          <a:spcPts val="400"/>
        </a:spcBef>
        <a:spcAft>
          <a:spcPct val="0"/>
        </a:spcAft>
        <a:buSzPct val="100000"/>
        <a:buFont typeface="Arial" panose="020B0604020202020204" pitchFamily="34" charset="0"/>
        <a:buChar char="–"/>
        <a:defRPr sz="2000">
          <a:solidFill>
            <a:srgbClr val="666666"/>
          </a:solidFill>
          <a:latin typeface="+mn-lt"/>
          <a:ea typeface="+mn-ea"/>
          <a:cs typeface="+mn-cs"/>
          <a:sym typeface="Arial" panose="020B0604020202020204" pitchFamily="34" charset="0"/>
        </a:defRPr>
      </a:lvl2pPr>
      <a:lvl3pPr marL="1143000" indent="-228600" algn="l" defTabSz="457200" rtl="0" eaLnBrk="0" fontAlgn="base" hangingPunct="0">
        <a:spcBef>
          <a:spcPts val="400"/>
        </a:spcBef>
        <a:spcAft>
          <a:spcPct val="0"/>
        </a:spcAft>
        <a:buSzPct val="100000"/>
        <a:buFont typeface="Arial" panose="020B0604020202020204" pitchFamily="34" charset="0"/>
        <a:buChar char="•"/>
        <a:defRPr sz="2000">
          <a:solidFill>
            <a:srgbClr val="666666"/>
          </a:solidFill>
          <a:latin typeface="+mn-lt"/>
          <a:ea typeface="+mn-ea"/>
          <a:cs typeface="+mn-cs"/>
          <a:sym typeface="Arial" panose="020B0604020202020204" pitchFamily="34" charset="0"/>
        </a:defRPr>
      </a:lvl3pPr>
      <a:lvl4pPr marL="1600200" indent="-228600" algn="l" defTabSz="457200" rtl="0" eaLnBrk="0" fontAlgn="base" hangingPunct="0">
        <a:spcBef>
          <a:spcPts val="400"/>
        </a:spcBef>
        <a:spcAft>
          <a:spcPct val="0"/>
        </a:spcAft>
        <a:buSzPct val="100000"/>
        <a:buFont typeface="Arial" panose="020B0604020202020204" pitchFamily="34" charset="0"/>
        <a:buChar char="–"/>
        <a:defRPr sz="2000">
          <a:solidFill>
            <a:srgbClr val="666666"/>
          </a:solidFill>
          <a:latin typeface="+mn-lt"/>
          <a:ea typeface="+mn-ea"/>
          <a:cs typeface="+mn-cs"/>
          <a:sym typeface="Arial" panose="020B0604020202020204" pitchFamily="34" charset="0"/>
        </a:defRPr>
      </a:lvl4pPr>
      <a:lvl5pPr marL="2057400" indent="-228600" algn="l" defTabSz="457200" rtl="0" eaLnBrk="0" fontAlgn="base" hangingPunct="0">
        <a:spcBef>
          <a:spcPts val="400"/>
        </a:spcBef>
        <a:spcAft>
          <a:spcPct val="0"/>
        </a:spcAft>
        <a:buSzPct val="100000"/>
        <a:buFont typeface="Arial" panose="020B0604020202020204" pitchFamily="34" charset="0"/>
        <a:buChar char="»"/>
        <a:defRPr sz="2000">
          <a:solidFill>
            <a:srgbClr val="666666"/>
          </a:solidFill>
          <a:latin typeface="+mn-lt"/>
          <a:ea typeface="+mn-ea"/>
          <a:cs typeface="+mn-cs"/>
          <a:sym typeface="Arial" panose="020B0604020202020204" pitchFamily="34" charset="0"/>
        </a:defRPr>
      </a:lvl5pPr>
      <a:lvl6pPr marL="2514600" indent="-228600" algn="l" defTabSz="457200" rtl="0" fontAlgn="base" hangingPunct="0">
        <a:spcBef>
          <a:spcPts val="400"/>
        </a:spcBef>
        <a:spcAft>
          <a:spcPct val="0"/>
        </a:spcAft>
        <a:buSzPct val="100000"/>
        <a:buFont typeface="Arial" charset="0"/>
        <a:buChar char="»"/>
        <a:defRPr sz="2000">
          <a:solidFill>
            <a:srgbClr val="666666"/>
          </a:solidFill>
          <a:latin typeface="+mn-lt"/>
          <a:ea typeface="+mn-ea"/>
          <a:cs typeface="+mn-cs"/>
          <a:sym typeface="Arial" charset="0"/>
        </a:defRPr>
      </a:lvl6pPr>
      <a:lvl7pPr marL="2971800" indent="-228600" algn="l" defTabSz="457200" rtl="0" fontAlgn="base" hangingPunct="0">
        <a:spcBef>
          <a:spcPts val="400"/>
        </a:spcBef>
        <a:spcAft>
          <a:spcPct val="0"/>
        </a:spcAft>
        <a:buSzPct val="100000"/>
        <a:buFont typeface="Arial" charset="0"/>
        <a:buChar char="»"/>
        <a:defRPr sz="2000">
          <a:solidFill>
            <a:srgbClr val="666666"/>
          </a:solidFill>
          <a:latin typeface="+mn-lt"/>
          <a:ea typeface="+mn-ea"/>
          <a:cs typeface="+mn-cs"/>
          <a:sym typeface="Arial" charset="0"/>
        </a:defRPr>
      </a:lvl7pPr>
      <a:lvl8pPr marL="3429000" indent="-228600" algn="l" defTabSz="457200" rtl="0" fontAlgn="base" hangingPunct="0">
        <a:spcBef>
          <a:spcPts val="400"/>
        </a:spcBef>
        <a:spcAft>
          <a:spcPct val="0"/>
        </a:spcAft>
        <a:buSzPct val="100000"/>
        <a:buFont typeface="Arial" charset="0"/>
        <a:buChar char="»"/>
        <a:defRPr sz="2000">
          <a:solidFill>
            <a:srgbClr val="666666"/>
          </a:solidFill>
          <a:latin typeface="+mn-lt"/>
          <a:ea typeface="+mn-ea"/>
          <a:cs typeface="+mn-cs"/>
          <a:sym typeface="Arial" charset="0"/>
        </a:defRPr>
      </a:lvl8pPr>
      <a:lvl9pPr marL="3886200" indent="-228600" algn="l" defTabSz="457200" rtl="0" fontAlgn="base" hangingPunct="0">
        <a:spcBef>
          <a:spcPts val="400"/>
        </a:spcBef>
        <a:spcAft>
          <a:spcPct val="0"/>
        </a:spcAft>
        <a:buSzPct val="100000"/>
        <a:buFont typeface="Arial" charset="0"/>
        <a:buChar char="»"/>
        <a:defRPr sz="2000">
          <a:solidFill>
            <a:srgbClr val="666666"/>
          </a:solidFill>
          <a:latin typeface="+mn-lt"/>
          <a:ea typeface="+mn-ea"/>
          <a:cs typeface="+mn-cs"/>
          <a:sym typeface="Arial" charset="0"/>
        </a:defRPr>
      </a:lvl9pPr>
    </p:bodyStyle>
    <p:otherStyle>
      <a:defPPr>
        <a:defRPr lang="es-ES_tradnl"/>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p:bg bwMode="auto">
      <p:bgPr>
        <a:solidFill>
          <a:srgbClr val="FFFFFF"/>
        </a:solidFill>
        <a:effectLst/>
      </p:bgPr>
    </p:bg>
    <p:spTree>
      <p:nvGrpSpPr>
        <p:cNvPr id="1" name=""/>
        <p:cNvGrpSpPr/>
        <p:nvPr/>
      </p:nvGrpSpPr>
      <p:grpSpPr>
        <a:xfrm>
          <a:off x="0" y="0"/>
          <a:ext cx="0" cy="0"/>
          <a:chOff x="0" y="0"/>
          <a:chExt cx="0" cy="0"/>
        </a:xfrm>
      </p:grpSpPr>
      <p:grpSp>
        <p:nvGrpSpPr>
          <p:cNvPr id="2050" name="Group 1">
            <a:extLst>
              <a:ext uri="{FF2B5EF4-FFF2-40B4-BE49-F238E27FC236}">
                <a16:creationId xmlns:a16="http://schemas.microsoft.com/office/drawing/2014/main" id="{247157AE-0B66-F11B-BD37-7D2A304E2E32}"/>
              </a:ext>
            </a:extLst>
          </p:cNvPr>
          <p:cNvGrpSpPr>
            <a:grpSpLocks/>
          </p:cNvGrpSpPr>
          <p:nvPr/>
        </p:nvGrpSpPr>
        <p:grpSpPr bwMode="auto">
          <a:xfrm>
            <a:off x="0" y="6402388"/>
            <a:ext cx="9150350" cy="463550"/>
            <a:chOff x="0" y="0"/>
            <a:chExt cx="9151698" cy="464252"/>
          </a:xfrm>
        </p:grpSpPr>
        <p:sp>
          <p:nvSpPr>
            <p:cNvPr id="2" name="Rectangle 2">
              <a:extLst>
                <a:ext uri="{FF2B5EF4-FFF2-40B4-BE49-F238E27FC236}">
                  <a16:creationId xmlns:a16="http://schemas.microsoft.com/office/drawing/2014/main" id="{BF2EC0A8-9E77-8D10-7AB9-380BB9EA9FEC}"/>
                </a:ext>
              </a:extLst>
            </p:cNvPr>
            <p:cNvSpPr>
              <a:spLocks/>
            </p:cNvSpPr>
            <p:nvPr/>
          </p:nvSpPr>
          <p:spPr bwMode="auto">
            <a:xfrm>
              <a:off x="0" y="0"/>
              <a:ext cx="9151698" cy="464252"/>
            </a:xfrm>
            <a:prstGeom prst="rect">
              <a:avLst/>
            </a:prstGeom>
            <a:solidFill>
              <a:srgbClr val="0098CD"/>
            </a:solidFill>
            <a:ln w="12700" cap="flat" cmpd="sng">
              <a:noFill/>
              <a:prstDash val="solid"/>
              <a:miter lim="0"/>
              <a:headEnd type="none" w="med" len="med"/>
              <a:tailEnd type="none" w="med" len="med"/>
            </a:ln>
            <a:effectLst/>
          </p:spPr>
          <p:txBody>
            <a:bodyPr lIns="0" tIns="0" rIns="0" bIns="0" anchor="ctr"/>
            <a:lstStyle>
              <a:lvl1pPr>
                <a:defRPr>
                  <a:solidFill>
                    <a:srgbClr val="535353"/>
                  </a:solidFill>
                  <a:latin typeface="Arial" panose="020B0604020202020204" pitchFamily="34" charset="0"/>
                  <a:cs typeface="Arial" panose="020B0604020202020204" pitchFamily="34" charset="0"/>
                  <a:sym typeface="Arial" panose="020B0604020202020204" pitchFamily="34" charset="0"/>
                </a:defRPr>
              </a:lvl1pPr>
              <a:lvl2pPr marL="37931725" indent="-37474525">
                <a:defRPr>
                  <a:solidFill>
                    <a:srgbClr val="535353"/>
                  </a:solidFill>
                  <a:latin typeface="Arial" panose="020B0604020202020204" pitchFamily="34" charset="0"/>
                  <a:cs typeface="Arial" panose="020B0604020202020204" pitchFamily="34" charset="0"/>
                  <a:sym typeface="Arial" panose="020B0604020202020204" pitchFamily="34" charset="0"/>
                </a:defRPr>
              </a:lvl2pPr>
              <a:lvl3pPr marL="1143000" indent="-228600">
                <a:defRPr>
                  <a:solidFill>
                    <a:srgbClr val="535353"/>
                  </a:solidFill>
                  <a:latin typeface="Arial" panose="020B0604020202020204" pitchFamily="34" charset="0"/>
                  <a:cs typeface="Arial" panose="020B0604020202020204" pitchFamily="34" charset="0"/>
                  <a:sym typeface="Arial" panose="020B0604020202020204" pitchFamily="34" charset="0"/>
                </a:defRPr>
              </a:lvl3pPr>
              <a:lvl4pPr marL="1600200" indent="-228600">
                <a:defRPr>
                  <a:solidFill>
                    <a:srgbClr val="535353"/>
                  </a:solidFill>
                  <a:latin typeface="Arial" panose="020B0604020202020204" pitchFamily="34" charset="0"/>
                  <a:cs typeface="Arial" panose="020B0604020202020204" pitchFamily="34" charset="0"/>
                  <a:sym typeface="Arial" panose="020B0604020202020204" pitchFamily="34" charset="0"/>
                </a:defRPr>
              </a:lvl4pPr>
              <a:lvl5pPr marL="2057400" indent="-228600">
                <a:defRPr>
                  <a:solidFill>
                    <a:srgbClr val="535353"/>
                  </a:solidFill>
                  <a:latin typeface="Arial" panose="020B0604020202020204" pitchFamily="34" charset="0"/>
                  <a:cs typeface="Arial" panose="020B0604020202020204" pitchFamily="34" charset="0"/>
                  <a:sym typeface="Arial" panose="020B0604020202020204" pitchFamily="34" charset="0"/>
                </a:defRPr>
              </a:lvl5pPr>
              <a:lvl6pPr marL="2514600" indent="-228600" defTabSz="457200" eaLnBrk="0" fontAlgn="base" hangingPunct="0">
                <a:spcBef>
                  <a:spcPct val="0"/>
                </a:spcBef>
                <a:spcAft>
                  <a:spcPct val="0"/>
                </a:spcAft>
                <a:defRPr>
                  <a:solidFill>
                    <a:srgbClr val="535353"/>
                  </a:solidFill>
                  <a:latin typeface="Arial" panose="020B0604020202020204" pitchFamily="34" charset="0"/>
                  <a:cs typeface="Arial" panose="020B0604020202020204" pitchFamily="34" charset="0"/>
                  <a:sym typeface="Arial" panose="020B0604020202020204" pitchFamily="34" charset="0"/>
                </a:defRPr>
              </a:lvl6pPr>
              <a:lvl7pPr marL="2971800" indent="-228600" defTabSz="457200" eaLnBrk="0" fontAlgn="base" hangingPunct="0">
                <a:spcBef>
                  <a:spcPct val="0"/>
                </a:spcBef>
                <a:spcAft>
                  <a:spcPct val="0"/>
                </a:spcAft>
                <a:defRPr>
                  <a:solidFill>
                    <a:srgbClr val="535353"/>
                  </a:solidFill>
                  <a:latin typeface="Arial" panose="020B0604020202020204" pitchFamily="34" charset="0"/>
                  <a:cs typeface="Arial" panose="020B0604020202020204" pitchFamily="34" charset="0"/>
                  <a:sym typeface="Arial" panose="020B0604020202020204" pitchFamily="34" charset="0"/>
                </a:defRPr>
              </a:lvl7pPr>
              <a:lvl8pPr marL="3429000" indent="-228600" defTabSz="457200" eaLnBrk="0" fontAlgn="base" hangingPunct="0">
                <a:spcBef>
                  <a:spcPct val="0"/>
                </a:spcBef>
                <a:spcAft>
                  <a:spcPct val="0"/>
                </a:spcAft>
                <a:defRPr>
                  <a:solidFill>
                    <a:srgbClr val="535353"/>
                  </a:solidFill>
                  <a:latin typeface="Arial" panose="020B0604020202020204" pitchFamily="34" charset="0"/>
                  <a:cs typeface="Arial" panose="020B0604020202020204" pitchFamily="34" charset="0"/>
                  <a:sym typeface="Arial" panose="020B0604020202020204" pitchFamily="34" charset="0"/>
                </a:defRPr>
              </a:lvl8pPr>
              <a:lvl9pPr marL="3886200" indent="-228600" defTabSz="457200" eaLnBrk="0" fontAlgn="base" hangingPunct="0">
                <a:spcBef>
                  <a:spcPct val="0"/>
                </a:spcBef>
                <a:spcAft>
                  <a:spcPct val="0"/>
                </a:spcAft>
                <a:defRPr>
                  <a:solidFill>
                    <a:srgbClr val="535353"/>
                  </a:solidFill>
                  <a:latin typeface="Arial" panose="020B0604020202020204" pitchFamily="34" charset="0"/>
                  <a:cs typeface="Arial" panose="020B0604020202020204" pitchFamily="34" charset="0"/>
                  <a:sym typeface="Arial" panose="020B0604020202020204" pitchFamily="34" charset="0"/>
                </a:defRPr>
              </a:lvl9pPr>
            </a:lstStyle>
            <a:p>
              <a:pPr algn="ctr" eaLnBrk="1">
                <a:defRPr/>
              </a:pPr>
              <a:endParaRPr lang="es-ES" altLang="es-ES">
                <a:solidFill>
                  <a:srgbClr val="FFFFFF"/>
                </a:solidFill>
              </a:endParaRPr>
            </a:p>
          </p:txBody>
        </p:sp>
        <p:sp>
          <p:nvSpPr>
            <p:cNvPr id="3" name="Line 3">
              <a:extLst>
                <a:ext uri="{FF2B5EF4-FFF2-40B4-BE49-F238E27FC236}">
                  <a16:creationId xmlns:a16="http://schemas.microsoft.com/office/drawing/2014/main" id="{75650778-FC80-1134-391A-618214F1E53C}"/>
                </a:ext>
              </a:extLst>
            </p:cNvPr>
            <p:cNvSpPr>
              <a:spLocks noChangeShapeType="1"/>
            </p:cNvSpPr>
            <p:nvPr/>
          </p:nvSpPr>
          <p:spPr bwMode="auto">
            <a:xfrm flipV="1">
              <a:off x="8453095" y="174889"/>
              <a:ext cx="1588" cy="136732"/>
            </a:xfrm>
            <a:prstGeom prst="line">
              <a:avLst/>
            </a:prstGeom>
            <a:noFill/>
            <a:ln w="9525">
              <a:solidFill>
                <a:srgbClr val="FFFFFF"/>
              </a:solidFill>
              <a:round/>
              <a:headEnd/>
              <a:tailEnd/>
            </a:ln>
            <a:extLst>
              <a:ext uri="{909E8E84-426E-40DD-AFC4-6F175D3DCCD1}">
                <a14:hiddenFill xmlns:a14="http://schemas.microsoft.com/office/drawing/2010/main">
                  <a:noFill/>
                </a14:hiddenFill>
              </a:ext>
            </a:extLst>
          </p:spPr>
          <p:txBody>
            <a:bodyPr lIns="0" tIns="0" rIns="0" bIns="0"/>
            <a:lstStyle/>
            <a:p>
              <a:endParaRPr lang="en-US"/>
            </a:p>
          </p:txBody>
        </p:sp>
      </p:grpSp>
      <p:sp>
        <p:nvSpPr>
          <p:cNvPr id="2054" name="Rectangle 6">
            <a:extLst>
              <a:ext uri="{FF2B5EF4-FFF2-40B4-BE49-F238E27FC236}">
                <a16:creationId xmlns:a16="http://schemas.microsoft.com/office/drawing/2014/main" id="{DC12314C-BED9-1005-C0E6-EC2FD1177F9B}"/>
              </a:ext>
            </a:extLst>
          </p:cNvPr>
          <p:cNvSpPr>
            <a:spLocks noGrp="1"/>
          </p:cNvSpPr>
          <p:nvPr>
            <p:ph type="sldNum" sz="quarter" idx="2"/>
          </p:nvPr>
        </p:nvSpPr>
        <p:spPr bwMode="auto">
          <a:xfrm>
            <a:off x="8485188" y="6559550"/>
            <a:ext cx="273050" cy="173038"/>
          </a:xfrm>
          <a:prstGeom prst="rect">
            <a:avLst/>
          </a:prstGeom>
          <a:noFill/>
          <a:ln w="12700" cap="flat" cmpd="sng">
            <a:noFill/>
            <a:prstDash val="solid"/>
            <a:miter lim="0"/>
            <a:headEnd type="none" w="med" len="med"/>
            <a:tailEnd type="none" w="med" len="med"/>
          </a:ln>
          <a:effectLst/>
        </p:spPr>
        <p:txBody>
          <a:bodyPr vert="horz" wrap="square" lIns="0" tIns="0" rIns="0" bIns="0" numCol="1" anchor="t" anchorCtr="0" compatLnSpc="1">
            <a:prstTxWarp prst="textNoShape">
              <a:avLst/>
            </a:prstTxWarp>
          </a:bodyPr>
          <a:lstStyle>
            <a:lvl1pPr algn="r" eaLnBrk="1">
              <a:defRPr sz="1200" smtClean="0">
                <a:solidFill>
                  <a:srgbClr val="FFFFFF"/>
                </a:solidFill>
              </a:defRPr>
            </a:lvl1pPr>
          </a:lstStyle>
          <a:p>
            <a:pPr>
              <a:defRPr/>
            </a:pPr>
            <a:fld id="{3442075F-3417-4FC6-BF5C-9CF38CC98857}" type="slidenum">
              <a:rPr lang="es-ES_tradnl" altLang="es-ES"/>
              <a:pPr>
                <a:defRPr/>
              </a:pPr>
              <a:t>‹#›</a:t>
            </a:fld>
            <a:endParaRPr lang="es-ES_tradnl" altLang="es-ES"/>
          </a:p>
        </p:txBody>
      </p:sp>
      <p:pic>
        <p:nvPicPr>
          <p:cNvPr id="2052" name="Picture 3">
            <a:extLst>
              <a:ext uri="{FF2B5EF4-FFF2-40B4-BE49-F238E27FC236}">
                <a16:creationId xmlns:a16="http://schemas.microsoft.com/office/drawing/2014/main" id="{26000AC0-6AB3-DD55-8427-E2414EC45AE0}"/>
              </a:ext>
            </a:extLst>
          </p:cNvPr>
          <p:cNvPicPr>
            <a:picLocks noChangeAspect="1"/>
          </p:cNvPicPr>
          <p:nvPr userDrawn="1"/>
        </p:nvPicPr>
        <p:blipFill>
          <a:blip r:embed="rId13">
            <a:extLst>
              <a:ext uri="{28A0092B-C50C-407E-A947-70E740481C1C}">
                <a14:useLocalDpi xmlns:a14="http://schemas.microsoft.com/office/drawing/2010/main" val="0"/>
              </a:ext>
            </a:extLst>
          </a:blip>
          <a:srcRect/>
          <a:stretch>
            <a:fillRect/>
          </a:stretch>
        </p:blipFill>
        <p:spPr bwMode="auto">
          <a:xfrm>
            <a:off x="179388" y="6402388"/>
            <a:ext cx="1673225" cy="4556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Lst>
  <p:hf hdr="0" ftr="0" dt="0"/>
  <p:txStyles>
    <p:titleStyle>
      <a:lvl1pPr algn="l" defTabSz="457200" rtl="0" eaLnBrk="0" fontAlgn="base" hangingPunct="0">
        <a:spcBef>
          <a:spcPct val="0"/>
        </a:spcBef>
        <a:spcAft>
          <a:spcPct val="0"/>
        </a:spcAft>
        <a:defRPr sz="4000">
          <a:solidFill>
            <a:srgbClr val="FFFFFF"/>
          </a:solidFill>
          <a:latin typeface="+mj-lt"/>
          <a:ea typeface="+mj-ea"/>
          <a:cs typeface="+mj-cs"/>
          <a:sym typeface="Arial Narrow" panose="020B0606020202030204" pitchFamily="34" charset="0"/>
        </a:defRPr>
      </a:lvl1pPr>
      <a:lvl2pPr algn="l" defTabSz="457200" rtl="0" eaLnBrk="0" fontAlgn="base" hangingPunct="0">
        <a:spcBef>
          <a:spcPct val="0"/>
        </a:spcBef>
        <a:spcAft>
          <a:spcPct val="0"/>
        </a:spcAft>
        <a:defRPr sz="4000">
          <a:solidFill>
            <a:srgbClr val="FFFFFF"/>
          </a:solidFill>
          <a:latin typeface="Arial Narrow" charset="0"/>
          <a:ea typeface="Arial Narrow" charset="0"/>
          <a:cs typeface="Arial Narrow" charset="0"/>
          <a:sym typeface="Arial Narrow" panose="020B0606020202030204" pitchFamily="34" charset="0"/>
        </a:defRPr>
      </a:lvl2pPr>
      <a:lvl3pPr algn="l" defTabSz="457200" rtl="0" eaLnBrk="0" fontAlgn="base" hangingPunct="0">
        <a:spcBef>
          <a:spcPct val="0"/>
        </a:spcBef>
        <a:spcAft>
          <a:spcPct val="0"/>
        </a:spcAft>
        <a:defRPr sz="4000">
          <a:solidFill>
            <a:srgbClr val="FFFFFF"/>
          </a:solidFill>
          <a:latin typeface="Arial Narrow" charset="0"/>
          <a:ea typeface="Arial Narrow" charset="0"/>
          <a:cs typeface="Arial Narrow" charset="0"/>
          <a:sym typeface="Arial Narrow" panose="020B0606020202030204" pitchFamily="34" charset="0"/>
        </a:defRPr>
      </a:lvl3pPr>
      <a:lvl4pPr algn="l" defTabSz="457200" rtl="0" eaLnBrk="0" fontAlgn="base" hangingPunct="0">
        <a:spcBef>
          <a:spcPct val="0"/>
        </a:spcBef>
        <a:spcAft>
          <a:spcPct val="0"/>
        </a:spcAft>
        <a:defRPr sz="4000">
          <a:solidFill>
            <a:srgbClr val="FFFFFF"/>
          </a:solidFill>
          <a:latin typeface="Arial Narrow" charset="0"/>
          <a:ea typeface="Arial Narrow" charset="0"/>
          <a:cs typeface="Arial Narrow" charset="0"/>
          <a:sym typeface="Arial Narrow" panose="020B0606020202030204" pitchFamily="34" charset="0"/>
        </a:defRPr>
      </a:lvl4pPr>
      <a:lvl5pPr algn="l" defTabSz="457200" rtl="0" eaLnBrk="0" fontAlgn="base" hangingPunct="0">
        <a:spcBef>
          <a:spcPct val="0"/>
        </a:spcBef>
        <a:spcAft>
          <a:spcPct val="0"/>
        </a:spcAft>
        <a:defRPr sz="4000">
          <a:solidFill>
            <a:srgbClr val="FFFFFF"/>
          </a:solidFill>
          <a:latin typeface="Arial Narrow" charset="0"/>
          <a:ea typeface="Arial Narrow" charset="0"/>
          <a:cs typeface="Arial Narrow" charset="0"/>
          <a:sym typeface="Arial Narrow" panose="020B0606020202030204" pitchFamily="34" charset="0"/>
        </a:defRPr>
      </a:lvl5pPr>
      <a:lvl6pPr marL="457200" algn="l" defTabSz="457200" rtl="0" fontAlgn="base" hangingPunct="0">
        <a:spcBef>
          <a:spcPct val="0"/>
        </a:spcBef>
        <a:spcAft>
          <a:spcPct val="0"/>
        </a:spcAft>
        <a:defRPr sz="4000">
          <a:solidFill>
            <a:srgbClr val="FFFFFF"/>
          </a:solidFill>
          <a:latin typeface="Arial Narrow" charset="0"/>
          <a:ea typeface="Arial Narrow" charset="0"/>
          <a:cs typeface="Arial Narrow" charset="0"/>
          <a:sym typeface="Arial Narrow" charset="0"/>
        </a:defRPr>
      </a:lvl6pPr>
      <a:lvl7pPr marL="914400" algn="l" defTabSz="457200" rtl="0" fontAlgn="base" hangingPunct="0">
        <a:spcBef>
          <a:spcPct val="0"/>
        </a:spcBef>
        <a:spcAft>
          <a:spcPct val="0"/>
        </a:spcAft>
        <a:defRPr sz="4000">
          <a:solidFill>
            <a:srgbClr val="FFFFFF"/>
          </a:solidFill>
          <a:latin typeface="Arial Narrow" charset="0"/>
          <a:ea typeface="Arial Narrow" charset="0"/>
          <a:cs typeface="Arial Narrow" charset="0"/>
          <a:sym typeface="Arial Narrow" charset="0"/>
        </a:defRPr>
      </a:lvl7pPr>
      <a:lvl8pPr marL="1371600" algn="l" defTabSz="457200" rtl="0" fontAlgn="base" hangingPunct="0">
        <a:spcBef>
          <a:spcPct val="0"/>
        </a:spcBef>
        <a:spcAft>
          <a:spcPct val="0"/>
        </a:spcAft>
        <a:defRPr sz="4000">
          <a:solidFill>
            <a:srgbClr val="FFFFFF"/>
          </a:solidFill>
          <a:latin typeface="Arial Narrow" charset="0"/>
          <a:ea typeface="Arial Narrow" charset="0"/>
          <a:cs typeface="Arial Narrow" charset="0"/>
          <a:sym typeface="Arial Narrow" charset="0"/>
        </a:defRPr>
      </a:lvl8pPr>
      <a:lvl9pPr marL="1828800" algn="l" defTabSz="457200" rtl="0" fontAlgn="base" hangingPunct="0">
        <a:spcBef>
          <a:spcPct val="0"/>
        </a:spcBef>
        <a:spcAft>
          <a:spcPct val="0"/>
        </a:spcAft>
        <a:defRPr sz="4000">
          <a:solidFill>
            <a:srgbClr val="FFFFFF"/>
          </a:solidFill>
          <a:latin typeface="Arial Narrow" charset="0"/>
          <a:ea typeface="Arial Narrow" charset="0"/>
          <a:cs typeface="Arial Narrow" charset="0"/>
          <a:sym typeface="Arial Narrow" charset="0"/>
        </a:defRPr>
      </a:lvl9pPr>
    </p:titleStyle>
    <p:bodyStyle>
      <a:lvl1pPr marL="342900" indent="-342900" algn="l" defTabSz="457200" rtl="0" eaLnBrk="0" fontAlgn="base" hangingPunct="0">
        <a:spcBef>
          <a:spcPts val="400"/>
        </a:spcBef>
        <a:spcAft>
          <a:spcPct val="0"/>
        </a:spcAft>
        <a:buSzPct val="100000"/>
        <a:buFont typeface="Arial" panose="020B0604020202020204" pitchFamily="34" charset="0"/>
        <a:buChar char="•"/>
        <a:defRPr sz="2000">
          <a:solidFill>
            <a:srgbClr val="666666"/>
          </a:solidFill>
          <a:latin typeface="+mn-lt"/>
          <a:ea typeface="+mn-ea"/>
          <a:cs typeface="+mn-cs"/>
          <a:sym typeface="Arial" panose="020B0604020202020204" pitchFamily="34" charset="0"/>
        </a:defRPr>
      </a:lvl1pPr>
      <a:lvl2pPr marL="742950" indent="-285750" algn="l" defTabSz="457200" rtl="0" eaLnBrk="0" fontAlgn="base" hangingPunct="0">
        <a:spcBef>
          <a:spcPts val="400"/>
        </a:spcBef>
        <a:spcAft>
          <a:spcPct val="0"/>
        </a:spcAft>
        <a:buSzPct val="100000"/>
        <a:buFont typeface="Arial" panose="020B0604020202020204" pitchFamily="34" charset="0"/>
        <a:buChar char="–"/>
        <a:defRPr sz="2000">
          <a:solidFill>
            <a:srgbClr val="666666"/>
          </a:solidFill>
          <a:latin typeface="+mn-lt"/>
          <a:ea typeface="+mn-ea"/>
          <a:cs typeface="+mn-cs"/>
          <a:sym typeface="Arial" panose="020B0604020202020204" pitchFamily="34" charset="0"/>
        </a:defRPr>
      </a:lvl2pPr>
      <a:lvl3pPr marL="1143000" indent="-228600" algn="l" defTabSz="457200" rtl="0" eaLnBrk="0" fontAlgn="base" hangingPunct="0">
        <a:spcBef>
          <a:spcPts val="400"/>
        </a:spcBef>
        <a:spcAft>
          <a:spcPct val="0"/>
        </a:spcAft>
        <a:buSzPct val="100000"/>
        <a:buFont typeface="Arial" panose="020B0604020202020204" pitchFamily="34" charset="0"/>
        <a:buChar char="•"/>
        <a:defRPr sz="2000">
          <a:solidFill>
            <a:srgbClr val="666666"/>
          </a:solidFill>
          <a:latin typeface="+mn-lt"/>
          <a:ea typeface="+mn-ea"/>
          <a:cs typeface="+mn-cs"/>
          <a:sym typeface="Arial" panose="020B0604020202020204" pitchFamily="34" charset="0"/>
        </a:defRPr>
      </a:lvl3pPr>
      <a:lvl4pPr marL="1600200" indent="-228600" algn="l" defTabSz="457200" rtl="0" eaLnBrk="0" fontAlgn="base" hangingPunct="0">
        <a:spcBef>
          <a:spcPts val="400"/>
        </a:spcBef>
        <a:spcAft>
          <a:spcPct val="0"/>
        </a:spcAft>
        <a:buSzPct val="100000"/>
        <a:buFont typeface="Arial" panose="020B0604020202020204" pitchFamily="34" charset="0"/>
        <a:buChar char="–"/>
        <a:defRPr sz="2000">
          <a:solidFill>
            <a:srgbClr val="666666"/>
          </a:solidFill>
          <a:latin typeface="+mn-lt"/>
          <a:ea typeface="+mn-ea"/>
          <a:cs typeface="+mn-cs"/>
          <a:sym typeface="Arial" panose="020B0604020202020204" pitchFamily="34" charset="0"/>
        </a:defRPr>
      </a:lvl4pPr>
      <a:lvl5pPr marL="2057400" indent="-228600" algn="l" defTabSz="457200" rtl="0" eaLnBrk="0" fontAlgn="base" hangingPunct="0">
        <a:spcBef>
          <a:spcPts val="400"/>
        </a:spcBef>
        <a:spcAft>
          <a:spcPct val="0"/>
        </a:spcAft>
        <a:buSzPct val="100000"/>
        <a:buFont typeface="Arial" panose="020B0604020202020204" pitchFamily="34" charset="0"/>
        <a:buChar char="»"/>
        <a:defRPr sz="2000">
          <a:solidFill>
            <a:srgbClr val="666666"/>
          </a:solidFill>
          <a:latin typeface="+mn-lt"/>
          <a:ea typeface="+mn-ea"/>
          <a:cs typeface="+mn-cs"/>
          <a:sym typeface="Arial" panose="020B0604020202020204" pitchFamily="34" charset="0"/>
        </a:defRPr>
      </a:lvl5pPr>
      <a:lvl6pPr marL="2514600" indent="-228600" algn="l" defTabSz="457200" rtl="0" fontAlgn="base" hangingPunct="0">
        <a:spcBef>
          <a:spcPts val="400"/>
        </a:spcBef>
        <a:spcAft>
          <a:spcPct val="0"/>
        </a:spcAft>
        <a:buSzPct val="100000"/>
        <a:buFont typeface="Arial" charset="0"/>
        <a:buChar char="»"/>
        <a:defRPr sz="2000">
          <a:solidFill>
            <a:srgbClr val="666666"/>
          </a:solidFill>
          <a:latin typeface="+mn-lt"/>
          <a:ea typeface="+mn-ea"/>
          <a:cs typeface="+mn-cs"/>
          <a:sym typeface="Arial" charset="0"/>
        </a:defRPr>
      </a:lvl6pPr>
      <a:lvl7pPr marL="2971800" indent="-228600" algn="l" defTabSz="457200" rtl="0" fontAlgn="base" hangingPunct="0">
        <a:spcBef>
          <a:spcPts val="400"/>
        </a:spcBef>
        <a:spcAft>
          <a:spcPct val="0"/>
        </a:spcAft>
        <a:buSzPct val="100000"/>
        <a:buFont typeface="Arial" charset="0"/>
        <a:buChar char="»"/>
        <a:defRPr sz="2000">
          <a:solidFill>
            <a:srgbClr val="666666"/>
          </a:solidFill>
          <a:latin typeface="+mn-lt"/>
          <a:ea typeface="+mn-ea"/>
          <a:cs typeface="+mn-cs"/>
          <a:sym typeface="Arial" charset="0"/>
        </a:defRPr>
      </a:lvl7pPr>
      <a:lvl8pPr marL="3429000" indent="-228600" algn="l" defTabSz="457200" rtl="0" fontAlgn="base" hangingPunct="0">
        <a:spcBef>
          <a:spcPts val="400"/>
        </a:spcBef>
        <a:spcAft>
          <a:spcPct val="0"/>
        </a:spcAft>
        <a:buSzPct val="100000"/>
        <a:buFont typeface="Arial" charset="0"/>
        <a:buChar char="»"/>
        <a:defRPr sz="2000">
          <a:solidFill>
            <a:srgbClr val="666666"/>
          </a:solidFill>
          <a:latin typeface="+mn-lt"/>
          <a:ea typeface="+mn-ea"/>
          <a:cs typeface="+mn-cs"/>
          <a:sym typeface="Arial" charset="0"/>
        </a:defRPr>
      </a:lvl8pPr>
      <a:lvl9pPr marL="3886200" indent="-228600" algn="l" defTabSz="457200" rtl="0" fontAlgn="base" hangingPunct="0">
        <a:spcBef>
          <a:spcPts val="400"/>
        </a:spcBef>
        <a:spcAft>
          <a:spcPct val="0"/>
        </a:spcAft>
        <a:buSzPct val="100000"/>
        <a:buFont typeface="Arial" charset="0"/>
        <a:buChar char="»"/>
        <a:defRPr sz="2000">
          <a:solidFill>
            <a:srgbClr val="666666"/>
          </a:solidFill>
          <a:latin typeface="+mn-lt"/>
          <a:ea typeface="+mn-ea"/>
          <a:cs typeface="+mn-cs"/>
          <a:sym typeface="Arial" charset="0"/>
        </a:defRPr>
      </a:lvl9pPr>
    </p:bodyStyle>
    <p:otherStyle>
      <a:defPPr>
        <a:defRPr lang="es-ES_tradnl"/>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3.xml"/></Relationships>
</file>

<file path=ppt/slides/_rels/slide3.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3.xml"/><Relationship Id="rId1" Type="http://schemas.openxmlformats.org/officeDocument/2006/relationships/slideLayout" Target="../slideLayouts/slideLayout13.xml"/></Relationships>
</file>

<file path=ppt/slides/_rels/slide4.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4.xml"/><Relationship Id="rId1" Type="http://schemas.openxmlformats.org/officeDocument/2006/relationships/slideLayout" Target="../slideLayouts/slideLayout13.xml"/><Relationship Id="rId5" Type="http://schemas.openxmlformats.org/officeDocument/2006/relationships/image" Target="../media/image6.png"/><Relationship Id="rId4" Type="http://schemas.microsoft.com/office/2007/relationships/hdphoto" Target="../media/hdphoto1.wdp"/></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3.xml"/></Relationships>
</file>

<file path=ppt/slides/_rels/slide6.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6.xml"/><Relationship Id="rId1" Type="http://schemas.openxmlformats.org/officeDocument/2006/relationships/slideLayout" Target="../slideLayouts/slideLayout13.xml"/></Relationships>
</file>

<file path=ppt/slides/_rels/slide7.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7.xml"/><Relationship Id="rId1" Type="http://schemas.openxmlformats.org/officeDocument/2006/relationships/slideLayout" Target="../slideLayouts/slideLayout13.xml"/></Relationships>
</file>

<file path=ppt/slides/_rels/slide8.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8.xml"/><Relationship Id="rId1" Type="http://schemas.openxmlformats.org/officeDocument/2006/relationships/slideLayout" Target="../slideLayouts/slideLayout13.xml"/></Relationships>
</file>

<file path=ppt/slides/_rels/slide9.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9.xml"/><Relationship Id="rId1" Type="http://schemas.openxmlformats.org/officeDocument/2006/relationships/slideLayout" Target="../slideLayouts/slideLayout13.xml"/></Relationships>
</file>

<file path=ppt/slides/_rels/slide10.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10.xml"/><Relationship Id="rId1" Type="http://schemas.openxmlformats.org/officeDocument/2006/relationships/slideLayout" Target="../slideLayouts/slideLayout13.xml"/></Relationships>
</file>

<file path=ppt/slides/_rels/slide11.xml.rels><?xml version="1.0" encoding="UTF-8" standalone="yes"?>
<Relationships xmlns="http://schemas.openxmlformats.org/package/2006/relationships"><Relationship Id="rId2" Type="http://schemas.openxmlformats.org/officeDocument/2006/relationships/image" Target="../media/image12.png"/><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122" name="Rectangle 1">
            <a:extLst>
              <a:ext uri="{FF2B5EF4-FFF2-40B4-BE49-F238E27FC236}">
                <a16:creationId xmlns:a16="http://schemas.microsoft.com/office/drawing/2014/main" id="{366C0D6B-F09F-1A2B-C6F0-20B382F931C3}"/>
              </a:ext>
            </a:extLst>
          </p:cNvPr>
          <p:cNvSpPr>
            <a:spLocks/>
          </p:cNvSpPr>
          <p:nvPr/>
        </p:nvSpPr>
        <p:spPr bwMode="auto">
          <a:xfrm>
            <a:off x="0" y="5611813"/>
            <a:ext cx="9144000" cy="133350"/>
          </a:xfrm>
          <a:prstGeom prst="rect">
            <a:avLst/>
          </a:prstGeom>
          <a:solidFill>
            <a:srgbClr val="0098CD"/>
          </a:solidFill>
          <a:ln>
            <a:noFill/>
          </a:ln>
          <a:extLst>
            <a:ext uri="{91240B29-F687-4F45-9708-019B960494DF}">
              <a14:hiddenLine xmlns:a14="http://schemas.microsoft.com/office/drawing/2010/main" w="12700">
                <a:solidFill>
                  <a:srgbClr val="000000"/>
                </a:solidFill>
                <a:miter lim="0"/>
                <a:headEnd/>
                <a:tailEnd/>
              </a14:hiddenLine>
            </a:ext>
          </a:extLst>
        </p:spPr>
        <p:txBody>
          <a:bodyPr lIns="0" tIns="0" rIns="0" bIns="0" anchor="ctr"/>
          <a:lstStyle>
            <a:lvl1pPr>
              <a:defRPr>
                <a:solidFill>
                  <a:srgbClr val="535353"/>
                </a:solidFill>
                <a:latin typeface="Arial" panose="020B0604020202020204" pitchFamily="34" charset="0"/>
                <a:cs typeface="Arial" panose="020B0604020202020204" pitchFamily="34" charset="0"/>
                <a:sym typeface="Arial" panose="020B0604020202020204" pitchFamily="34" charset="0"/>
              </a:defRPr>
            </a:lvl1pPr>
            <a:lvl2pPr marL="37931725" indent="-37474525">
              <a:defRPr>
                <a:solidFill>
                  <a:srgbClr val="535353"/>
                </a:solidFill>
                <a:latin typeface="Arial" panose="020B0604020202020204" pitchFamily="34" charset="0"/>
                <a:cs typeface="Arial" panose="020B0604020202020204" pitchFamily="34" charset="0"/>
                <a:sym typeface="Arial" panose="020B0604020202020204" pitchFamily="34" charset="0"/>
              </a:defRPr>
            </a:lvl2pPr>
            <a:lvl3pPr marL="1143000" indent="-228600">
              <a:defRPr>
                <a:solidFill>
                  <a:srgbClr val="535353"/>
                </a:solidFill>
                <a:latin typeface="Arial" panose="020B0604020202020204" pitchFamily="34" charset="0"/>
                <a:cs typeface="Arial" panose="020B0604020202020204" pitchFamily="34" charset="0"/>
                <a:sym typeface="Arial" panose="020B0604020202020204" pitchFamily="34" charset="0"/>
              </a:defRPr>
            </a:lvl3pPr>
            <a:lvl4pPr marL="1600200" indent="-228600">
              <a:defRPr>
                <a:solidFill>
                  <a:srgbClr val="535353"/>
                </a:solidFill>
                <a:latin typeface="Arial" panose="020B0604020202020204" pitchFamily="34" charset="0"/>
                <a:cs typeface="Arial" panose="020B0604020202020204" pitchFamily="34" charset="0"/>
                <a:sym typeface="Arial" panose="020B0604020202020204" pitchFamily="34" charset="0"/>
              </a:defRPr>
            </a:lvl4pPr>
            <a:lvl5pPr marL="2057400" indent="-228600">
              <a:defRPr>
                <a:solidFill>
                  <a:srgbClr val="535353"/>
                </a:solidFill>
                <a:latin typeface="Arial" panose="020B0604020202020204" pitchFamily="34" charset="0"/>
                <a:cs typeface="Arial" panose="020B0604020202020204" pitchFamily="34" charset="0"/>
                <a:sym typeface="Arial" panose="020B0604020202020204" pitchFamily="34" charset="0"/>
              </a:defRPr>
            </a:lvl5pPr>
            <a:lvl6pPr marL="2514600" indent="-228600" defTabSz="457200" eaLnBrk="0" fontAlgn="base" hangingPunct="0">
              <a:spcBef>
                <a:spcPct val="0"/>
              </a:spcBef>
              <a:spcAft>
                <a:spcPct val="0"/>
              </a:spcAft>
              <a:defRPr>
                <a:solidFill>
                  <a:srgbClr val="535353"/>
                </a:solidFill>
                <a:latin typeface="Arial" panose="020B0604020202020204" pitchFamily="34" charset="0"/>
                <a:cs typeface="Arial" panose="020B0604020202020204" pitchFamily="34" charset="0"/>
                <a:sym typeface="Arial" panose="020B0604020202020204" pitchFamily="34" charset="0"/>
              </a:defRPr>
            </a:lvl6pPr>
            <a:lvl7pPr marL="2971800" indent="-228600" defTabSz="457200" eaLnBrk="0" fontAlgn="base" hangingPunct="0">
              <a:spcBef>
                <a:spcPct val="0"/>
              </a:spcBef>
              <a:spcAft>
                <a:spcPct val="0"/>
              </a:spcAft>
              <a:defRPr>
                <a:solidFill>
                  <a:srgbClr val="535353"/>
                </a:solidFill>
                <a:latin typeface="Arial" panose="020B0604020202020204" pitchFamily="34" charset="0"/>
                <a:cs typeface="Arial" panose="020B0604020202020204" pitchFamily="34" charset="0"/>
                <a:sym typeface="Arial" panose="020B0604020202020204" pitchFamily="34" charset="0"/>
              </a:defRPr>
            </a:lvl7pPr>
            <a:lvl8pPr marL="3429000" indent="-228600" defTabSz="457200" eaLnBrk="0" fontAlgn="base" hangingPunct="0">
              <a:spcBef>
                <a:spcPct val="0"/>
              </a:spcBef>
              <a:spcAft>
                <a:spcPct val="0"/>
              </a:spcAft>
              <a:defRPr>
                <a:solidFill>
                  <a:srgbClr val="535353"/>
                </a:solidFill>
                <a:latin typeface="Arial" panose="020B0604020202020204" pitchFamily="34" charset="0"/>
                <a:cs typeface="Arial" panose="020B0604020202020204" pitchFamily="34" charset="0"/>
                <a:sym typeface="Arial" panose="020B0604020202020204" pitchFamily="34" charset="0"/>
              </a:defRPr>
            </a:lvl8pPr>
            <a:lvl9pPr marL="3886200" indent="-228600" defTabSz="457200" eaLnBrk="0" fontAlgn="base" hangingPunct="0">
              <a:spcBef>
                <a:spcPct val="0"/>
              </a:spcBef>
              <a:spcAft>
                <a:spcPct val="0"/>
              </a:spcAft>
              <a:defRPr>
                <a:solidFill>
                  <a:srgbClr val="535353"/>
                </a:solidFill>
                <a:latin typeface="Arial" panose="020B0604020202020204" pitchFamily="34" charset="0"/>
                <a:cs typeface="Arial" panose="020B0604020202020204" pitchFamily="34" charset="0"/>
                <a:sym typeface="Arial" panose="020B0604020202020204" pitchFamily="34" charset="0"/>
              </a:defRPr>
            </a:lvl9pPr>
          </a:lstStyle>
          <a:p>
            <a:pPr algn="ctr" eaLnBrk="1"/>
            <a:endParaRPr lang="es-ES" altLang="es-ES">
              <a:solidFill>
                <a:srgbClr val="0098CD"/>
              </a:solidFill>
            </a:endParaRPr>
          </a:p>
        </p:txBody>
      </p:sp>
      <p:sp>
        <p:nvSpPr>
          <p:cNvPr id="5123" name="Rectangle 6">
            <a:extLst>
              <a:ext uri="{FF2B5EF4-FFF2-40B4-BE49-F238E27FC236}">
                <a16:creationId xmlns:a16="http://schemas.microsoft.com/office/drawing/2014/main" id="{BAC376B0-EA17-E59A-640A-2349995C3E1E}"/>
              </a:ext>
            </a:extLst>
          </p:cNvPr>
          <p:cNvSpPr>
            <a:spLocks noGrp="1"/>
          </p:cNvSpPr>
          <p:nvPr>
            <p:ph type="title" idx="4294967295"/>
          </p:nvPr>
        </p:nvSpPr>
        <p:spPr>
          <a:xfrm>
            <a:off x="533400" y="228600"/>
            <a:ext cx="8988425" cy="495300"/>
          </a:xfrm>
        </p:spPr>
        <p:txBody>
          <a:bodyPr anchor="t"/>
          <a:lstStyle/>
          <a:p>
            <a:pPr eaLnBrk="1">
              <a:lnSpc>
                <a:spcPct val="70000"/>
              </a:lnSpc>
            </a:pPr>
            <a:r>
              <a:rPr lang="es-ES" altLang="es-ES" sz="2400" dirty="0">
                <a:solidFill>
                  <a:srgbClr val="0098CD"/>
                </a:solidFill>
                <a:latin typeface="Arial" panose="020B0604020202020204" pitchFamily="34" charset="0"/>
              </a:rPr>
              <a:t>Sistema para Optimización Económica de Dietas Bovinas en Entornos de Datos Escaso (Caporal AI)</a:t>
            </a:r>
            <a:br>
              <a:rPr lang="es-ES" altLang="es-ES" sz="2400" dirty="0">
                <a:solidFill>
                  <a:srgbClr val="0098CD"/>
                </a:solidFill>
                <a:latin typeface="Arial" panose="020B0604020202020204" pitchFamily="34" charset="0"/>
              </a:rPr>
            </a:br>
            <a:br>
              <a:rPr lang="es-ES" altLang="es-ES" sz="2400" dirty="0">
                <a:solidFill>
                  <a:srgbClr val="0098CD"/>
                </a:solidFill>
                <a:latin typeface="Arial" panose="020B0604020202020204" pitchFamily="34" charset="0"/>
              </a:rPr>
            </a:br>
            <a:br>
              <a:rPr lang="es-ES" altLang="es-ES" sz="2400" dirty="0">
                <a:solidFill>
                  <a:srgbClr val="0098CD"/>
                </a:solidFill>
                <a:latin typeface="Arial" panose="020B0604020202020204" pitchFamily="34" charset="0"/>
              </a:rPr>
            </a:br>
            <a:br>
              <a:rPr lang="es-ES" altLang="es-ES" sz="2400" dirty="0">
                <a:solidFill>
                  <a:srgbClr val="0098CD"/>
                </a:solidFill>
                <a:latin typeface="Arial" panose="020B0604020202020204" pitchFamily="34" charset="0"/>
              </a:rPr>
            </a:br>
            <a:br>
              <a:rPr lang="es-ES" altLang="es-ES" sz="2400" dirty="0">
                <a:solidFill>
                  <a:srgbClr val="0098CD"/>
                </a:solidFill>
                <a:latin typeface="Arial" panose="020B0604020202020204" pitchFamily="34" charset="0"/>
              </a:rPr>
            </a:br>
            <a:r>
              <a:rPr lang="es-ES" altLang="es-ES" sz="2400" dirty="0">
                <a:solidFill>
                  <a:srgbClr val="0098CD"/>
                </a:solidFill>
                <a:latin typeface="Arial" panose="020B0604020202020204" pitchFamily="34" charset="0"/>
              </a:rPr>
              <a:t>Trabajo de Innovación en IA</a:t>
            </a:r>
            <a:endParaRPr lang="es-ES_tradnl" altLang="es-ES" sz="1800" dirty="0">
              <a:solidFill>
                <a:srgbClr val="0098CD"/>
              </a:solidFill>
              <a:latin typeface="Arial" panose="020B0604020202020204" pitchFamily="34" charset="0"/>
            </a:endParaRPr>
          </a:p>
        </p:txBody>
      </p:sp>
      <p:sp>
        <p:nvSpPr>
          <p:cNvPr id="5124" name="Rectangle 7">
            <a:extLst>
              <a:ext uri="{FF2B5EF4-FFF2-40B4-BE49-F238E27FC236}">
                <a16:creationId xmlns:a16="http://schemas.microsoft.com/office/drawing/2014/main" id="{84A374D2-79C0-2E52-5A8C-124E7C92FE06}"/>
              </a:ext>
            </a:extLst>
          </p:cNvPr>
          <p:cNvSpPr>
            <a:spLocks/>
          </p:cNvSpPr>
          <p:nvPr/>
        </p:nvSpPr>
        <p:spPr bwMode="auto">
          <a:xfrm>
            <a:off x="-381000" y="4610100"/>
            <a:ext cx="8986838" cy="4953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0"/>
                <a:headEnd/>
                <a:tailEnd/>
              </a14:hiddenLine>
            </a:ext>
          </a:extLst>
        </p:spPr>
        <p:txBody>
          <a:bodyPr lIns="0" tIns="0" rIns="0" bIns="0"/>
          <a:lstStyle>
            <a:lvl1pPr defTabSz="350838">
              <a:defRPr>
                <a:solidFill>
                  <a:srgbClr val="535353"/>
                </a:solidFill>
                <a:latin typeface="Arial" panose="020B0604020202020204" pitchFamily="34" charset="0"/>
                <a:cs typeface="Arial" panose="020B0604020202020204" pitchFamily="34" charset="0"/>
                <a:sym typeface="Arial" panose="020B0604020202020204" pitchFamily="34" charset="0"/>
              </a:defRPr>
            </a:lvl1pPr>
            <a:lvl2pPr marL="37931725" indent="-37474525" defTabSz="350838">
              <a:defRPr>
                <a:solidFill>
                  <a:srgbClr val="535353"/>
                </a:solidFill>
                <a:latin typeface="Arial" panose="020B0604020202020204" pitchFamily="34" charset="0"/>
                <a:cs typeface="Arial" panose="020B0604020202020204" pitchFamily="34" charset="0"/>
                <a:sym typeface="Arial" panose="020B0604020202020204" pitchFamily="34" charset="0"/>
              </a:defRPr>
            </a:lvl2pPr>
            <a:lvl3pPr marL="1143000" indent="-228600" defTabSz="350838">
              <a:defRPr>
                <a:solidFill>
                  <a:srgbClr val="535353"/>
                </a:solidFill>
                <a:latin typeface="Arial" panose="020B0604020202020204" pitchFamily="34" charset="0"/>
                <a:cs typeface="Arial" panose="020B0604020202020204" pitchFamily="34" charset="0"/>
                <a:sym typeface="Arial" panose="020B0604020202020204" pitchFamily="34" charset="0"/>
              </a:defRPr>
            </a:lvl3pPr>
            <a:lvl4pPr marL="1600200" indent="-228600" defTabSz="350838">
              <a:defRPr>
                <a:solidFill>
                  <a:srgbClr val="535353"/>
                </a:solidFill>
                <a:latin typeface="Arial" panose="020B0604020202020204" pitchFamily="34" charset="0"/>
                <a:cs typeface="Arial" panose="020B0604020202020204" pitchFamily="34" charset="0"/>
                <a:sym typeface="Arial" panose="020B0604020202020204" pitchFamily="34" charset="0"/>
              </a:defRPr>
            </a:lvl4pPr>
            <a:lvl5pPr marL="2057400" indent="-228600" defTabSz="350838">
              <a:defRPr>
                <a:solidFill>
                  <a:srgbClr val="535353"/>
                </a:solidFill>
                <a:latin typeface="Arial" panose="020B0604020202020204" pitchFamily="34" charset="0"/>
                <a:cs typeface="Arial" panose="020B0604020202020204" pitchFamily="34" charset="0"/>
                <a:sym typeface="Arial" panose="020B0604020202020204" pitchFamily="34" charset="0"/>
              </a:defRPr>
            </a:lvl5pPr>
            <a:lvl6pPr marL="2514600" indent="-228600" defTabSz="350838" eaLnBrk="0" fontAlgn="base" hangingPunct="0">
              <a:spcBef>
                <a:spcPct val="0"/>
              </a:spcBef>
              <a:spcAft>
                <a:spcPct val="0"/>
              </a:spcAft>
              <a:defRPr>
                <a:solidFill>
                  <a:srgbClr val="535353"/>
                </a:solidFill>
                <a:latin typeface="Arial" panose="020B0604020202020204" pitchFamily="34" charset="0"/>
                <a:cs typeface="Arial" panose="020B0604020202020204" pitchFamily="34" charset="0"/>
                <a:sym typeface="Arial" panose="020B0604020202020204" pitchFamily="34" charset="0"/>
              </a:defRPr>
            </a:lvl6pPr>
            <a:lvl7pPr marL="2971800" indent="-228600" defTabSz="350838" eaLnBrk="0" fontAlgn="base" hangingPunct="0">
              <a:spcBef>
                <a:spcPct val="0"/>
              </a:spcBef>
              <a:spcAft>
                <a:spcPct val="0"/>
              </a:spcAft>
              <a:defRPr>
                <a:solidFill>
                  <a:srgbClr val="535353"/>
                </a:solidFill>
                <a:latin typeface="Arial" panose="020B0604020202020204" pitchFamily="34" charset="0"/>
                <a:cs typeface="Arial" panose="020B0604020202020204" pitchFamily="34" charset="0"/>
                <a:sym typeface="Arial" panose="020B0604020202020204" pitchFamily="34" charset="0"/>
              </a:defRPr>
            </a:lvl7pPr>
            <a:lvl8pPr marL="3429000" indent="-228600" defTabSz="350838" eaLnBrk="0" fontAlgn="base" hangingPunct="0">
              <a:spcBef>
                <a:spcPct val="0"/>
              </a:spcBef>
              <a:spcAft>
                <a:spcPct val="0"/>
              </a:spcAft>
              <a:defRPr>
                <a:solidFill>
                  <a:srgbClr val="535353"/>
                </a:solidFill>
                <a:latin typeface="Arial" panose="020B0604020202020204" pitchFamily="34" charset="0"/>
                <a:cs typeface="Arial" panose="020B0604020202020204" pitchFamily="34" charset="0"/>
                <a:sym typeface="Arial" panose="020B0604020202020204" pitchFamily="34" charset="0"/>
              </a:defRPr>
            </a:lvl8pPr>
            <a:lvl9pPr marL="3886200" indent="-228600" defTabSz="350838" eaLnBrk="0" fontAlgn="base" hangingPunct="0">
              <a:spcBef>
                <a:spcPct val="0"/>
              </a:spcBef>
              <a:spcAft>
                <a:spcPct val="0"/>
              </a:spcAft>
              <a:defRPr>
                <a:solidFill>
                  <a:srgbClr val="535353"/>
                </a:solidFill>
                <a:latin typeface="Arial" panose="020B0604020202020204" pitchFamily="34" charset="0"/>
                <a:cs typeface="Arial" panose="020B0604020202020204" pitchFamily="34" charset="0"/>
                <a:sym typeface="Arial" panose="020B0604020202020204" pitchFamily="34" charset="0"/>
              </a:defRPr>
            </a:lvl9pPr>
          </a:lstStyle>
          <a:p>
            <a:pPr algn="r" eaLnBrk="1">
              <a:lnSpc>
                <a:spcPct val="70000"/>
              </a:lnSpc>
            </a:pPr>
            <a:r>
              <a:rPr lang="es-ES_tradnl" altLang="es-ES" sz="3000" dirty="0">
                <a:solidFill>
                  <a:srgbClr val="000000"/>
                </a:solidFill>
                <a:sym typeface="Arial Narrow" panose="020B0606020202030204" pitchFamily="34" charset="0"/>
              </a:rPr>
              <a:t>Caporal AI</a:t>
            </a:r>
          </a:p>
        </p:txBody>
      </p:sp>
      <p:sp>
        <p:nvSpPr>
          <p:cNvPr id="5125" name="Rectangle 8">
            <a:extLst>
              <a:ext uri="{FF2B5EF4-FFF2-40B4-BE49-F238E27FC236}">
                <a16:creationId xmlns:a16="http://schemas.microsoft.com/office/drawing/2014/main" id="{7117B49C-83B5-56BE-AAB6-E9C7815770E2}"/>
              </a:ext>
            </a:extLst>
          </p:cNvPr>
          <p:cNvSpPr>
            <a:spLocks/>
          </p:cNvSpPr>
          <p:nvPr/>
        </p:nvSpPr>
        <p:spPr bwMode="auto">
          <a:xfrm>
            <a:off x="554038" y="611188"/>
            <a:ext cx="5289550" cy="65563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0"/>
                <a:headEnd/>
                <a:tailEnd/>
              </a14:hiddenLine>
            </a:ext>
          </a:extLst>
        </p:spPr>
        <p:txBody>
          <a:bodyPr lIns="0" tIns="0" rIns="0" bIns="0"/>
          <a:lstStyle>
            <a:lvl1pPr>
              <a:defRPr>
                <a:solidFill>
                  <a:srgbClr val="535353"/>
                </a:solidFill>
                <a:latin typeface="Arial" panose="020B0604020202020204" pitchFamily="34" charset="0"/>
                <a:cs typeface="Arial" panose="020B0604020202020204" pitchFamily="34" charset="0"/>
                <a:sym typeface="Arial" panose="020B0604020202020204" pitchFamily="34" charset="0"/>
              </a:defRPr>
            </a:lvl1pPr>
            <a:lvl2pPr marL="37931725" indent="-37474525">
              <a:defRPr>
                <a:solidFill>
                  <a:srgbClr val="535353"/>
                </a:solidFill>
                <a:latin typeface="Arial" panose="020B0604020202020204" pitchFamily="34" charset="0"/>
                <a:cs typeface="Arial" panose="020B0604020202020204" pitchFamily="34" charset="0"/>
                <a:sym typeface="Arial" panose="020B0604020202020204" pitchFamily="34" charset="0"/>
              </a:defRPr>
            </a:lvl2pPr>
            <a:lvl3pPr marL="1143000" indent="-228600">
              <a:defRPr>
                <a:solidFill>
                  <a:srgbClr val="535353"/>
                </a:solidFill>
                <a:latin typeface="Arial" panose="020B0604020202020204" pitchFamily="34" charset="0"/>
                <a:cs typeface="Arial" panose="020B0604020202020204" pitchFamily="34" charset="0"/>
                <a:sym typeface="Arial" panose="020B0604020202020204" pitchFamily="34" charset="0"/>
              </a:defRPr>
            </a:lvl3pPr>
            <a:lvl4pPr marL="1600200" indent="-228600">
              <a:defRPr>
                <a:solidFill>
                  <a:srgbClr val="535353"/>
                </a:solidFill>
                <a:latin typeface="Arial" panose="020B0604020202020204" pitchFamily="34" charset="0"/>
                <a:cs typeface="Arial" panose="020B0604020202020204" pitchFamily="34" charset="0"/>
                <a:sym typeface="Arial" panose="020B0604020202020204" pitchFamily="34" charset="0"/>
              </a:defRPr>
            </a:lvl4pPr>
            <a:lvl5pPr marL="2057400" indent="-228600">
              <a:defRPr>
                <a:solidFill>
                  <a:srgbClr val="535353"/>
                </a:solidFill>
                <a:latin typeface="Arial" panose="020B0604020202020204" pitchFamily="34" charset="0"/>
                <a:cs typeface="Arial" panose="020B0604020202020204" pitchFamily="34" charset="0"/>
                <a:sym typeface="Arial" panose="020B0604020202020204" pitchFamily="34" charset="0"/>
              </a:defRPr>
            </a:lvl5pPr>
            <a:lvl6pPr marL="2514600" indent="-228600" defTabSz="457200" eaLnBrk="0" fontAlgn="base" hangingPunct="0">
              <a:spcBef>
                <a:spcPct val="0"/>
              </a:spcBef>
              <a:spcAft>
                <a:spcPct val="0"/>
              </a:spcAft>
              <a:defRPr>
                <a:solidFill>
                  <a:srgbClr val="535353"/>
                </a:solidFill>
                <a:latin typeface="Arial" panose="020B0604020202020204" pitchFamily="34" charset="0"/>
                <a:cs typeface="Arial" panose="020B0604020202020204" pitchFamily="34" charset="0"/>
                <a:sym typeface="Arial" panose="020B0604020202020204" pitchFamily="34" charset="0"/>
              </a:defRPr>
            </a:lvl6pPr>
            <a:lvl7pPr marL="2971800" indent="-228600" defTabSz="457200" eaLnBrk="0" fontAlgn="base" hangingPunct="0">
              <a:spcBef>
                <a:spcPct val="0"/>
              </a:spcBef>
              <a:spcAft>
                <a:spcPct val="0"/>
              </a:spcAft>
              <a:defRPr>
                <a:solidFill>
                  <a:srgbClr val="535353"/>
                </a:solidFill>
                <a:latin typeface="Arial" panose="020B0604020202020204" pitchFamily="34" charset="0"/>
                <a:cs typeface="Arial" panose="020B0604020202020204" pitchFamily="34" charset="0"/>
                <a:sym typeface="Arial" panose="020B0604020202020204" pitchFamily="34" charset="0"/>
              </a:defRPr>
            </a:lvl7pPr>
            <a:lvl8pPr marL="3429000" indent="-228600" defTabSz="457200" eaLnBrk="0" fontAlgn="base" hangingPunct="0">
              <a:spcBef>
                <a:spcPct val="0"/>
              </a:spcBef>
              <a:spcAft>
                <a:spcPct val="0"/>
              </a:spcAft>
              <a:defRPr>
                <a:solidFill>
                  <a:srgbClr val="535353"/>
                </a:solidFill>
                <a:latin typeface="Arial" panose="020B0604020202020204" pitchFamily="34" charset="0"/>
                <a:cs typeface="Arial" panose="020B0604020202020204" pitchFamily="34" charset="0"/>
                <a:sym typeface="Arial" panose="020B0604020202020204" pitchFamily="34" charset="0"/>
              </a:defRPr>
            </a:lvl8pPr>
            <a:lvl9pPr marL="3886200" indent="-228600" defTabSz="457200" eaLnBrk="0" fontAlgn="base" hangingPunct="0">
              <a:spcBef>
                <a:spcPct val="0"/>
              </a:spcBef>
              <a:spcAft>
                <a:spcPct val="0"/>
              </a:spcAft>
              <a:defRPr>
                <a:solidFill>
                  <a:srgbClr val="535353"/>
                </a:solidFill>
                <a:latin typeface="Arial" panose="020B0604020202020204" pitchFamily="34" charset="0"/>
                <a:cs typeface="Arial" panose="020B0604020202020204" pitchFamily="34" charset="0"/>
                <a:sym typeface="Arial" panose="020B0604020202020204" pitchFamily="34" charset="0"/>
              </a:defRPr>
            </a:lvl9pPr>
          </a:lstStyle>
          <a:p>
            <a:pPr eaLnBrk="1">
              <a:lnSpc>
                <a:spcPct val="70000"/>
              </a:lnSpc>
            </a:pPr>
            <a:endParaRPr lang="es-ES_tradnl" altLang="es-ES" dirty="0">
              <a:solidFill>
                <a:srgbClr val="0098CD"/>
              </a:solidFill>
              <a:sym typeface="Arial Narrow" panose="020B0606020202030204" pitchFamily="34" charset="0"/>
            </a:endParaRPr>
          </a:p>
          <a:p>
            <a:pPr eaLnBrk="1">
              <a:lnSpc>
                <a:spcPct val="70000"/>
              </a:lnSpc>
            </a:pPr>
            <a:endParaRPr lang="es-ES_tradnl" altLang="es-ES" dirty="0">
              <a:solidFill>
                <a:srgbClr val="0098CD"/>
              </a:solidFill>
              <a:sym typeface="Arial Narrow" panose="020B0606020202030204" pitchFamily="34" charset="0"/>
            </a:endParaRPr>
          </a:p>
          <a:p>
            <a:pPr eaLnBrk="1">
              <a:lnSpc>
                <a:spcPct val="70000"/>
              </a:lnSpc>
            </a:pPr>
            <a:endParaRPr lang="es-ES_tradnl" altLang="es-ES" dirty="0">
              <a:solidFill>
                <a:srgbClr val="0098CD"/>
              </a:solidFill>
              <a:sym typeface="Arial Narrow" panose="020B0606020202030204" pitchFamily="34" charset="0"/>
            </a:endParaRPr>
          </a:p>
          <a:p>
            <a:pPr eaLnBrk="1">
              <a:lnSpc>
                <a:spcPct val="70000"/>
              </a:lnSpc>
            </a:pPr>
            <a:endParaRPr lang="es-ES_tradnl" altLang="es-ES" dirty="0">
              <a:solidFill>
                <a:srgbClr val="0098CD"/>
              </a:solidFill>
              <a:sym typeface="Arial Narrow" panose="020B0606020202030204" pitchFamily="34" charset="0"/>
            </a:endParaRPr>
          </a:p>
          <a:p>
            <a:pPr eaLnBrk="1">
              <a:lnSpc>
                <a:spcPct val="70000"/>
              </a:lnSpc>
            </a:pPr>
            <a:endParaRPr lang="es-ES_tradnl" altLang="es-ES" dirty="0">
              <a:solidFill>
                <a:srgbClr val="0098CD"/>
              </a:solidFill>
              <a:sym typeface="Arial Narrow" panose="020B0606020202030204" pitchFamily="34" charset="0"/>
            </a:endParaRPr>
          </a:p>
          <a:p>
            <a:pPr eaLnBrk="1">
              <a:lnSpc>
                <a:spcPct val="70000"/>
              </a:lnSpc>
            </a:pPr>
            <a:endParaRPr lang="es-ES_tradnl" altLang="es-ES" dirty="0">
              <a:solidFill>
                <a:srgbClr val="0098CD"/>
              </a:solidFill>
              <a:sym typeface="Arial Narrow" panose="020B0606020202030204" pitchFamily="34" charset="0"/>
            </a:endParaRPr>
          </a:p>
          <a:p>
            <a:pPr eaLnBrk="1">
              <a:lnSpc>
                <a:spcPct val="70000"/>
              </a:lnSpc>
            </a:pPr>
            <a:endParaRPr lang="es-ES_tradnl" altLang="es-ES" dirty="0">
              <a:solidFill>
                <a:srgbClr val="0098CD"/>
              </a:solidFill>
              <a:sym typeface="Arial Narrow" panose="020B0606020202030204" pitchFamily="34" charset="0"/>
            </a:endParaRPr>
          </a:p>
          <a:p>
            <a:pPr eaLnBrk="1">
              <a:lnSpc>
                <a:spcPct val="70000"/>
              </a:lnSpc>
            </a:pPr>
            <a:endParaRPr lang="es-ES_tradnl" altLang="es-ES" dirty="0">
              <a:solidFill>
                <a:srgbClr val="0098CD"/>
              </a:solidFill>
              <a:sym typeface="Arial Narrow" panose="020B0606020202030204" pitchFamily="34" charset="0"/>
            </a:endParaRPr>
          </a:p>
          <a:p>
            <a:pPr eaLnBrk="1">
              <a:lnSpc>
                <a:spcPct val="70000"/>
              </a:lnSpc>
            </a:pPr>
            <a:endParaRPr lang="es-ES_tradnl" altLang="es-ES" dirty="0">
              <a:solidFill>
                <a:srgbClr val="0098CD"/>
              </a:solidFill>
              <a:sym typeface="Arial Narrow" panose="020B0606020202030204" pitchFamily="34" charset="0"/>
            </a:endParaRPr>
          </a:p>
          <a:p>
            <a:pPr eaLnBrk="1">
              <a:lnSpc>
                <a:spcPct val="70000"/>
              </a:lnSpc>
            </a:pPr>
            <a:endParaRPr lang="es-ES_tradnl" altLang="es-ES" dirty="0">
              <a:solidFill>
                <a:srgbClr val="0098CD"/>
              </a:solidFill>
              <a:sym typeface="Arial Narrow" panose="020B0606020202030204" pitchFamily="34" charset="0"/>
            </a:endParaRPr>
          </a:p>
          <a:p>
            <a:pPr eaLnBrk="1">
              <a:lnSpc>
                <a:spcPct val="70000"/>
              </a:lnSpc>
            </a:pPr>
            <a:r>
              <a:rPr lang="es-ES_tradnl" altLang="es-ES" dirty="0">
                <a:solidFill>
                  <a:srgbClr val="0098CD"/>
                </a:solidFill>
                <a:sym typeface="Arial Narrow" panose="020B0606020202030204" pitchFamily="34" charset="0"/>
              </a:rPr>
              <a:t>Juan Carlos Ávila Reséndiz</a:t>
            </a:r>
          </a:p>
          <a:p>
            <a:pPr eaLnBrk="1">
              <a:lnSpc>
                <a:spcPct val="70000"/>
              </a:lnSpc>
            </a:pPr>
            <a:endParaRPr lang="es-ES_tradnl" altLang="es-ES" dirty="0">
              <a:solidFill>
                <a:srgbClr val="0098CD"/>
              </a:solidFill>
              <a:sym typeface="Arial Narrow" panose="020B0606020202030204" pitchFamily="34" charset="0"/>
            </a:endParaRPr>
          </a:p>
          <a:p>
            <a:pPr eaLnBrk="1">
              <a:lnSpc>
                <a:spcPct val="70000"/>
              </a:lnSpc>
            </a:pPr>
            <a:r>
              <a:rPr lang="es-ES_tradnl" altLang="es-ES" dirty="0">
                <a:solidFill>
                  <a:srgbClr val="0098CD"/>
                </a:solidFill>
                <a:sym typeface="Arial Narrow" panose="020B0606020202030204" pitchFamily="34" charset="0"/>
              </a:rPr>
              <a:t>Axel Jonathan Trujillo Olvera</a:t>
            </a:r>
          </a:p>
          <a:p>
            <a:pPr eaLnBrk="1">
              <a:lnSpc>
                <a:spcPct val="70000"/>
              </a:lnSpc>
            </a:pPr>
            <a:endParaRPr lang="es-ES_tradnl" altLang="es-ES" dirty="0">
              <a:solidFill>
                <a:srgbClr val="0098CD"/>
              </a:solidFill>
              <a:sym typeface="Arial Narrow" panose="020B0606020202030204" pitchFamily="34" charset="0"/>
            </a:endParaRPr>
          </a:p>
          <a:p>
            <a:pPr eaLnBrk="1">
              <a:lnSpc>
                <a:spcPct val="70000"/>
              </a:lnSpc>
            </a:pPr>
            <a:r>
              <a:rPr lang="es-ES_tradnl" altLang="es-ES" dirty="0">
                <a:solidFill>
                  <a:srgbClr val="0098CD"/>
                </a:solidFill>
                <a:sym typeface="Arial Narrow" panose="020B0606020202030204" pitchFamily="34" charset="0"/>
              </a:rPr>
              <a:t>Leopoldo Edgardo Lara Hernández</a:t>
            </a:r>
          </a:p>
        </p:txBody>
      </p:sp>
      <p:pic>
        <p:nvPicPr>
          <p:cNvPr id="5126" name="Picture 1">
            <a:extLst>
              <a:ext uri="{FF2B5EF4-FFF2-40B4-BE49-F238E27FC236}">
                <a16:creationId xmlns:a16="http://schemas.microsoft.com/office/drawing/2014/main" id="{7FB584AD-D2A3-849D-C8B9-A34795A8DC1D}"/>
              </a:ext>
            </a:extLst>
          </p:cNvPr>
          <p:cNvPicPr>
            <a:picLocks noChangeAspect="1"/>
          </p:cNvPicPr>
          <p:nvPr/>
        </p:nvPicPr>
        <p:blipFill>
          <a:blip r:embed="rId3">
            <a:extLst>
              <a:ext uri="{28A0092B-C50C-407E-A947-70E740481C1C}">
                <a14:useLocalDpi xmlns:a14="http://schemas.microsoft.com/office/drawing/2010/main" val="0"/>
              </a:ext>
            </a:extLst>
          </a:blip>
          <a:srcRect/>
          <a:stretch>
            <a:fillRect/>
          </a:stretch>
        </p:blipFill>
        <p:spPr bwMode="auto">
          <a:xfrm>
            <a:off x="323850" y="5949950"/>
            <a:ext cx="2497138" cy="6794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5127" name="Rectangle 2">
            <a:extLst>
              <a:ext uri="{FF2B5EF4-FFF2-40B4-BE49-F238E27FC236}">
                <a16:creationId xmlns:a16="http://schemas.microsoft.com/office/drawing/2014/main" id="{96F2F192-EB02-3366-3125-2CB42F2DBB5E}"/>
              </a:ext>
            </a:extLst>
          </p:cNvPr>
          <p:cNvSpPr>
            <a:spLocks noChangeArrowheads="1"/>
          </p:cNvSpPr>
          <p:nvPr/>
        </p:nvSpPr>
        <p:spPr bwMode="auto">
          <a:xfrm>
            <a:off x="5364163" y="6154738"/>
            <a:ext cx="3168650" cy="2921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defRPr>
                <a:solidFill>
                  <a:srgbClr val="535353"/>
                </a:solidFill>
                <a:latin typeface="Arial" panose="020B0604020202020204" pitchFamily="34" charset="0"/>
                <a:cs typeface="Arial" panose="020B0604020202020204" pitchFamily="34" charset="0"/>
                <a:sym typeface="Arial" panose="020B0604020202020204" pitchFamily="34" charset="0"/>
              </a:defRPr>
            </a:lvl1pPr>
            <a:lvl2pPr marL="742950" indent="-285750">
              <a:defRPr>
                <a:solidFill>
                  <a:srgbClr val="535353"/>
                </a:solidFill>
                <a:latin typeface="Arial" panose="020B0604020202020204" pitchFamily="34" charset="0"/>
                <a:cs typeface="Arial" panose="020B0604020202020204" pitchFamily="34" charset="0"/>
                <a:sym typeface="Arial" panose="020B0604020202020204" pitchFamily="34" charset="0"/>
              </a:defRPr>
            </a:lvl2pPr>
            <a:lvl3pPr marL="1143000" indent="-228600">
              <a:defRPr>
                <a:solidFill>
                  <a:srgbClr val="535353"/>
                </a:solidFill>
                <a:latin typeface="Arial" panose="020B0604020202020204" pitchFamily="34" charset="0"/>
                <a:cs typeface="Arial" panose="020B0604020202020204" pitchFamily="34" charset="0"/>
                <a:sym typeface="Arial" panose="020B0604020202020204" pitchFamily="34" charset="0"/>
              </a:defRPr>
            </a:lvl3pPr>
            <a:lvl4pPr marL="1600200" indent="-228600">
              <a:defRPr>
                <a:solidFill>
                  <a:srgbClr val="535353"/>
                </a:solidFill>
                <a:latin typeface="Arial" panose="020B0604020202020204" pitchFamily="34" charset="0"/>
                <a:cs typeface="Arial" panose="020B0604020202020204" pitchFamily="34" charset="0"/>
                <a:sym typeface="Arial" panose="020B0604020202020204" pitchFamily="34" charset="0"/>
              </a:defRPr>
            </a:lvl4pPr>
            <a:lvl5pPr marL="2057400" indent="-228600">
              <a:defRPr>
                <a:solidFill>
                  <a:srgbClr val="535353"/>
                </a:solidFill>
                <a:latin typeface="Arial" panose="020B0604020202020204" pitchFamily="34" charset="0"/>
                <a:cs typeface="Arial" panose="020B0604020202020204" pitchFamily="34" charset="0"/>
                <a:sym typeface="Arial" panose="020B0604020202020204" pitchFamily="34" charset="0"/>
              </a:defRPr>
            </a:lvl5pPr>
            <a:lvl6pPr marL="2514600" indent="-228600" defTabSz="457200" eaLnBrk="0" fontAlgn="base" hangingPunct="0">
              <a:spcBef>
                <a:spcPct val="0"/>
              </a:spcBef>
              <a:spcAft>
                <a:spcPct val="0"/>
              </a:spcAft>
              <a:defRPr>
                <a:solidFill>
                  <a:srgbClr val="535353"/>
                </a:solidFill>
                <a:latin typeface="Arial" panose="020B0604020202020204" pitchFamily="34" charset="0"/>
                <a:cs typeface="Arial" panose="020B0604020202020204" pitchFamily="34" charset="0"/>
                <a:sym typeface="Arial" panose="020B0604020202020204" pitchFamily="34" charset="0"/>
              </a:defRPr>
            </a:lvl6pPr>
            <a:lvl7pPr marL="2971800" indent="-228600" defTabSz="457200" eaLnBrk="0" fontAlgn="base" hangingPunct="0">
              <a:spcBef>
                <a:spcPct val="0"/>
              </a:spcBef>
              <a:spcAft>
                <a:spcPct val="0"/>
              </a:spcAft>
              <a:defRPr>
                <a:solidFill>
                  <a:srgbClr val="535353"/>
                </a:solidFill>
                <a:latin typeface="Arial" panose="020B0604020202020204" pitchFamily="34" charset="0"/>
                <a:cs typeface="Arial" panose="020B0604020202020204" pitchFamily="34" charset="0"/>
                <a:sym typeface="Arial" panose="020B0604020202020204" pitchFamily="34" charset="0"/>
              </a:defRPr>
            </a:lvl7pPr>
            <a:lvl8pPr marL="3429000" indent="-228600" defTabSz="457200" eaLnBrk="0" fontAlgn="base" hangingPunct="0">
              <a:spcBef>
                <a:spcPct val="0"/>
              </a:spcBef>
              <a:spcAft>
                <a:spcPct val="0"/>
              </a:spcAft>
              <a:defRPr>
                <a:solidFill>
                  <a:srgbClr val="535353"/>
                </a:solidFill>
                <a:latin typeface="Arial" panose="020B0604020202020204" pitchFamily="34" charset="0"/>
                <a:cs typeface="Arial" panose="020B0604020202020204" pitchFamily="34" charset="0"/>
                <a:sym typeface="Arial" panose="020B0604020202020204" pitchFamily="34" charset="0"/>
              </a:defRPr>
            </a:lvl8pPr>
            <a:lvl9pPr marL="3886200" indent="-228600" defTabSz="457200" eaLnBrk="0" fontAlgn="base" hangingPunct="0">
              <a:spcBef>
                <a:spcPct val="0"/>
              </a:spcBef>
              <a:spcAft>
                <a:spcPct val="0"/>
              </a:spcAft>
              <a:defRPr>
                <a:solidFill>
                  <a:srgbClr val="535353"/>
                </a:solidFill>
                <a:latin typeface="Arial" panose="020B0604020202020204" pitchFamily="34" charset="0"/>
                <a:cs typeface="Arial" panose="020B0604020202020204" pitchFamily="34" charset="0"/>
                <a:sym typeface="Arial" panose="020B0604020202020204" pitchFamily="34" charset="0"/>
              </a:defRPr>
            </a:lvl9pPr>
          </a:lstStyle>
          <a:p>
            <a:pPr algn="r"/>
            <a:r>
              <a:rPr lang="en-US" altLang="es-ES" sz="1300">
                <a:solidFill>
                  <a:srgbClr val="0098CD"/>
                </a:solidFill>
                <a:latin typeface="Unit"/>
              </a:rPr>
              <a:t>Universidad Internacional de La Rioja</a:t>
            </a:r>
          </a:p>
        </p:txBody>
      </p:sp>
    </p:spTree>
  </p:cSld>
  <p:clrMapOvr>
    <a:masterClrMapping/>
  </p:clrMapOvr>
  <p:transition spd="me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146" name="Rectangle 1">
            <a:extLst>
              <a:ext uri="{FF2B5EF4-FFF2-40B4-BE49-F238E27FC236}">
                <a16:creationId xmlns:a16="http://schemas.microsoft.com/office/drawing/2014/main" id="{D842DF98-6135-1F83-FAD9-1F7EF32D5534}"/>
              </a:ext>
            </a:extLst>
          </p:cNvPr>
          <p:cNvSpPr>
            <a:spLocks/>
          </p:cNvSpPr>
          <p:nvPr/>
        </p:nvSpPr>
        <p:spPr bwMode="auto">
          <a:xfrm>
            <a:off x="8485188" y="6559550"/>
            <a:ext cx="273050" cy="1730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0"/>
                <a:headEnd/>
                <a:tailEnd/>
              </a14:hiddenLine>
            </a:ext>
          </a:extLst>
        </p:spPr>
        <p:txBody>
          <a:bodyPr lIns="0" tIns="0" rIns="0" bIns="0">
            <a:spAutoFit/>
          </a:bodyPr>
          <a:lstStyle>
            <a:lvl1pPr>
              <a:defRPr>
                <a:solidFill>
                  <a:srgbClr val="535353"/>
                </a:solidFill>
                <a:latin typeface="Arial" panose="020B0604020202020204" pitchFamily="34" charset="0"/>
                <a:cs typeface="Arial" panose="020B0604020202020204" pitchFamily="34" charset="0"/>
                <a:sym typeface="Arial" panose="020B0604020202020204" pitchFamily="34" charset="0"/>
              </a:defRPr>
            </a:lvl1pPr>
            <a:lvl2pPr marL="37931725" indent="-37474525">
              <a:defRPr>
                <a:solidFill>
                  <a:srgbClr val="535353"/>
                </a:solidFill>
                <a:latin typeface="Arial" panose="020B0604020202020204" pitchFamily="34" charset="0"/>
                <a:cs typeface="Arial" panose="020B0604020202020204" pitchFamily="34" charset="0"/>
                <a:sym typeface="Arial" panose="020B0604020202020204" pitchFamily="34" charset="0"/>
              </a:defRPr>
            </a:lvl2pPr>
            <a:lvl3pPr marL="1143000" indent="-228600">
              <a:defRPr>
                <a:solidFill>
                  <a:srgbClr val="535353"/>
                </a:solidFill>
                <a:latin typeface="Arial" panose="020B0604020202020204" pitchFamily="34" charset="0"/>
                <a:cs typeface="Arial" panose="020B0604020202020204" pitchFamily="34" charset="0"/>
                <a:sym typeface="Arial" panose="020B0604020202020204" pitchFamily="34" charset="0"/>
              </a:defRPr>
            </a:lvl3pPr>
            <a:lvl4pPr marL="1600200" indent="-228600">
              <a:defRPr>
                <a:solidFill>
                  <a:srgbClr val="535353"/>
                </a:solidFill>
                <a:latin typeface="Arial" panose="020B0604020202020204" pitchFamily="34" charset="0"/>
                <a:cs typeface="Arial" panose="020B0604020202020204" pitchFamily="34" charset="0"/>
                <a:sym typeface="Arial" panose="020B0604020202020204" pitchFamily="34" charset="0"/>
              </a:defRPr>
            </a:lvl4pPr>
            <a:lvl5pPr marL="2057400" indent="-228600">
              <a:defRPr>
                <a:solidFill>
                  <a:srgbClr val="535353"/>
                </a:solidFill>
                <a:latin typeface="Arial" panose="020B0604020202020204" pitchFamily="34" charset="0"/>
                <a:cs typeface="Arial" panose="020B0604020202020204" pitchFamily="34" charset="0"/>
                <a:sym typeface="Arial" panose="020B0604020202020204" pitchFamily="34" charset="0"/>
              </a:defRPr>
            </a:lvl5pPr>
            <a:lvl6pPr marL="2514600" indent="-228600" defTabSz="457200" eaLnBrk="0" fontAlgn="base" hangingPunct="0">
              <a:spcBef>
                <a:spcPct val="0"/>
              </a:spcBef>
              <a:spcAft>
                <a:spcPct val="0"/>
              </a:spcAft>
              <a:defRPr>
                <a:solidFill>
                  <a:srgbClr val="535353"/>
                </a:solidFill>
                <a:latin typeface="Arial" panose="020B0604020202020204" pitchFamily="34" charset="0"/>
                <a:cs typeface="Arial" panose="020B0604020202020204" pitchFamily="34" charset="0"/>
                <a:sym typeface="Arial" panose="020B0604020202020204" pitchFamily="34" charset="0"/>
              </a:defRPr>
            </a:lvl6pPr>
            <a:lvl7pPr marL="2971800" indent="-228600" defTabSz="457200" eaLnBrk="0" fontAlgn="base" hangingPunct="0">
              <a:spcBef>
                <a:spcPct val="0"/>
              </a:spcBef>
              <a:spcAft>
                <a:spcPct val="0"/>
              </a:spcAft>
              <a:defRPr>
                <a:solidFill>
                  <a:srgbClr val="535353"/>
                </a:solidFill>
                <a:latin typeface="Arial" panose="020B0604020202020204" pitchFamily="34" charset="0"/>
                <a:cs typeface="Arial" panose="020B0604020202020204" pitchFamily="34" charset="0"/>
                <a:sym typeface="Arial" panose="020B0604020202020204" pitchFamily="34" charset="0"/>
              </a:defRPr>
            </a:lvl7pPr>
            <a:lvl8pPr marL="3429000" indent="-228600" defTabSz="457200" eaLnBrk="0" fontAlgn="base" hangingPunct="0">
              <a:spcBef>
                <a:spcPct val="0"/>
              </a:spcBef>
              <a:spcAft>
                <a:spcPct val="0"/>
              </a:spcAft>
              <a:defRPr>
                <a:solidFill>
                  <a:srgbClr val="535353"/>
                </a:solidFill>
                <a:latin typeface="Arial" panose="020B0604020202020204" pitchFamily="34" charset="0"/>
                <a:cs typeface="Arial" panose="020B0604020202020204" pitchFamily="34" charset="0"/>
                <a:sym typeface="Arial" panose="020B0604020202020204" pitchFamily="34" charset="0"/>
              </a:defRPr>
            </a:lvl8pPr>
            <a:lvl9pPr marL="3886200" indent="-228600" defTabSz="457200" eaLnBrk="0" fontAlgn="base" hangingPunct="0">
              <a:spcBef>
                <a:spcPct val="0"/>
              </a:spcBef>
              <a:spcAft>
                <a:spcPct val="0"/>
              </a:spcAft>
              <a:defRPr>
                <a:solidFill>
                  <a:srgbClr val="535353"/>
                </a:solidFill>
                <a:latin typeface="Arial" panose="020B0604020202020204" pitchFamily="34" charset="0"/>
                <a:cs typeface="Arial" panose="020B0604020202020204" pitchFamily="34" charset="0"/>
                <a:sym typeface="Arial" panose="020B0604020202020204" pitchFamily="34" charset="0"/>
              </a:defRPr>
            </a:lvl9pPr>
          </a:lstStyle>
          <a:p>
            <a:pPr algn="r" eaLnBrk="1"/>
            <a:fld id="{7A379EF5-15A7-4F6F-9825-4A9C31A036E5}" type="slidenum">
              <a:rPr lang="es-ES_tradnl" altLang="es-ES" sz="1200">
                <a:solidFill>
                  <a:srgbClr val="FFFFFF"/>
                </a:solidFill>
              </a:rPr>
              <a:pPr algn="r" eaLnBrk="1"/>
              <a:t>2</a:t>
            </a:fld>
            <a:endParaRPr lang="es-ES_tradnl" altLang="es-ES">
              <a:solidFill>
                <a:srgbClr val="000000"/>
              </a:solidFill>
            </a:endParaRPr>
          </a:p>
        </p:txBody>
      </p:sp>
      <p:sp>
        <p:nvSpPr>
          <p:cNvPr id="6147" name="Rectangle 2">
            <a:extLst>
              <a:ext uri="{FF2B5EF4-FFF2-40B4-BE49-F238E27FC236}">
                <a16:creationId xmlns:a16="http://schemas.microsoft.com/office/drawing/2014/main" id="{E1C48B04-89CA-3A1B-F073-850D40D5327A}"/>
              </a:ext>
            </a:extLst>
          </p:cNvPr>
          <p:cNvSpPr>
            <a:spLocks/>
          </p:cNvSpPr>
          <p:nvPr/>
        </p:nvSpPr>
        <p:spPr bwMode="auto">
          <a:xfrm>
            <a:off x="419100" y="255588"/>
            <a:ext cx="5614988" cy="5238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0"/>
                <a:headEnd/>
                <a:tailEnd/>
              </a14:hiddenLine>
            </a:ext>
          </a:extLst>
        </p:spPr>
        <p:txBody>
          <a:bodyPr lIns="45720" rIns="45720">
            <a:spAutoFit/>
          </a:bodyPr>
          <a:lstStyle>
            <a:lvl1pPr>
              <a:defRPr>
                <a:solidFill>
                  <a:srgbClr val="535353"/>
                </a:solidFill>
                <a:latin typeface="Arial" panose="020B0604020202020204" pitchFamily="34" charset="0"/>
                <a:cs typeface="Arial" panose="020B0604020202020204" pitchFamily="34" charset="0"/>
                <a:sym typeface="Arial" panose="020B0604020202020204" pitchFamily="34" charset="0"/>
              </a:defRPr>
            </a:lvl1pPr>
            <a:lvl2pPr marL="37931725" indent="-37474525">
              <a:defRPr>
                <a:solidFill>
                  <a:srgbClr val="535353"/>
                </a:solidFill>
                <a:latin typeface="Arial" panose="020B0604020202020204" pitchFamily="34" charset="0"/>
                <a:cs typeface="Arial" panose="020B0604020202020204" pitchFamily="34" charset="0"/>
                <a:sym typeface="Arial" panose="020B0604020202020204" pitchFamily="34" charset="0"/>
              </a:defRPr>
            </a:lvl2pPr>
            <a:lvl3pPr marL="1143000" indent="-228600">
              <a:defRPr>
                <a:solidFill>
                  <a:srgbClr val="535353"/>
                </a:solidFill>
                <a:latin typeface="Arial" panose="020B0604020202020204" pitchFamily="34" charset="0"/>
                <a:cs typeface="Arial" panose="020B0604020202020204" pitchFamily="34" charset="0"/>
                <a:sym typeface="Arial" panose="020B0604020202020204" pitchFamily="34" charset="0"/>
              </a:defRPr>
            </a:lvl3pPr>
            <a:lvl4pPr marL="1600200" indent="-228600">
              <a:defRPr>
                <a:solidFill>
                  <a:srgbClr val="535353"/>
                </a:solidFill>
                <a:latin typeface="Arial" panose="020B0604020202020204" pitchFamily="34" charset="0"/>
                <a:cs typeface="Arial" panose="020B0604020202020204" pitchFamily="34" charset="0"/>
                <a:sym typeface="Arial" panose="020B0604020202020204" pitchFamily="34" charset="0"/>
              </a:defRPr>
            </a:lvl4pPr>
            <a:lvl5pPr marL="2057400" indent="-228600">
              <a:defRPr>
                <a:solidFill>
                  <a:srgbClr val="535353"/>
                </a:solidFill>
                <a:latin typeface="Arial" panose="020B0604020202020204" pitchFamily="34" charset="0"/>
                <a:cs typeface="Arial" panose="020B0604020202020204" pitchFamily="34" charset="0"/>
                <a:sym typeface="Arial" panose="020B0604020202020204" pitchFamily="34" charset="0"/>
              </a:defRPr>
            </a:lvl5pPr>
            <a:lvl6pPr marL="2514600" indent="-228600" defTabSz="457200" eaLnBrk="0" fontAlgn="base" hangingPunct="0">
              <a:spcBef>
                <a:spcPct val="0"/>
              </a:spcBef>
              <a:spcAft>
                <a:spcPct val="0"/>
              </a:spcAft>
              <a:defRPr>
                <a:solidFill>
                  <a:srgbClr val="535353"/>
                </a:solidFill>
                <a:latin typeface="Arial" panose="020B0604020202020204" pitchFamily="34" charset="0"/>
                <a:cs typeface="Arial" panose="020B0604020202020204" pitchFamily="34" charset="0"/>
                <a:sym typeface="Arial" panose="020B0604020202020204" pitchFamily="34" charset="0"/>
              </a:defRPr>
            </a:lvl6pPr>
            <a:lvl7pPr marL="2971800" indent="-228600" defTabSz="457200" eaLnBrk="0" fontAlgn="base" hangingPunct="0">
              <a:spcBef>
                <a:spcPct val="0"/>
              </a:spcBef>
              <a:spcAft>
                <a:spcPct val="0"/>
              </a:spcAft>
              <a:defRPr>
                <a:solidFill>
                  <a:srgbClr val="535353"/>
                </a:solidFill>
                <a:latin typeface="Arial" panose="020B0604020202020204" pitchFamily="34" charset="0"/>
                <a:cs typeface="Arial" panose="020B0604020202020204" pitchFamily="34" charset="0"/>
                <a:sym typeface="Arial" panose="020B0604020202020204" pitchFamily="34" charset="0"/>
              </a:defRPr>
            </a:lvl7pPr>
            <a:lvl8pPr marL="3429000" indent="-228600" defTabSz="457200" eaLnBrk="0" fontAlgn="base" hangingPunct="0">
              <a:spcBef>
                <a:spcPct val="0"/>
              </a:spcBef>
              <a:spcAft>
                <a:spcPct val="0"/>
              </a:spcAft>
              <a:defRPr>
                <a:solidFill>
                  <a:srgbClr val="535353"/>
                </a:solidFill>
                <a:latin typeface="Arial" panose="020B0604020202020204" pitchFamily="34" charset="0"/>
                <a:cs typeface="Arial" panose="020B0604020202020204" pitchFamily="34" charset="0"/>
                <a:sym typeface="Arial" panose="020B0604020202020204" pitchFamily="34" charset="0"/>
              </a:defRPr>
            </a:lvl8pPr>
            <a:lvl9pPr marL="3886200" indent="-228600" defTabSz="457200" eaLnBrk="0" fontAlgn="base" hangingPunct="0">
              <a:spcBef>
                <a:spcPct val="0"/>
              </a:spcBef>
              <a:spcAft>
                <a:spcPct val="0"/>
              </a:spcAft>
              <a:defRPr>
                <a:solidFill>
                  <a:srgbClr val="535353"/>
                </a:solidFill>
                <a:latin typeface="Arial" panose="020B0604020202020204" pitchFamily="34" charset="0"/>
                <a:cs typeface="Arial" panose="020B0604020202020204" pitchFamily="34" charset="0"/>
                <a:sym typeface="Arial" panose="020B0604020202020204" pitchFamily="34" charset="0"/>
              </a:defRPr>
            </a:lvl9pPr>
          </a:lstStyle>
          <a:p>
            <a:pPr eaLnBrk="1"/>
            <a:r>
              <a:rPr lang="es-ES_tradnl" altLang="es-ES" sz="2800">
                <a:solidFill>
                  <a:srgbClr val="0098CD"/>
                </a:solidFill>
                <a:latin typeface="Arial " charset="0"/>
                <a:sym typeface="Arial Narrow" panose="020B0606020202030204" pitchFamily="34" charset="0"/>
              </a:rPr>
              <a:t>Índice</a:t>
            </a:r>
            <a:endParaRPr lang="es-ES_tradnl" altLang="es-ES">
              <a:solidFill>
                <a:srgbClr val="000000"/>
              </a:solidFill>
              <a:latin typeface="Arial " charset="0"/>
              <a:sym typeface="Arial Narrow" panose="020B0606020202030204" pitchFamily="34" charset="0"/>
            </a:endParaRPr>
          </a:p>
        </p:txBody>
      </p:sp>
      <p:sp>
        <p:nvSpPr>
          <p:cNvPr id="6148" name="Rectangle 3">
            <a:extLst>
              <a:ext uri="{FF2B5EF4-FFF2-40B4-BE49-F238E27FC236}">
                <a16:creationId xmlns:a16="http://schemas.microsoft.com/office/drawing/2014/main" id="{156C6D0B-2929-F05F-7E34-166A8681F09B}"/>
              </a:ext>
            </a:extLst>
          </p:cNvPr>
          <p:cNvSpPr>
            <a:spLocks/>
          </p:cNvSpPr>
          <p:nvPr/>
        </p:nvSpPr>
        <p:spPr bwMode="auto">
          <a:xfrm>
            <a:off x="512763" y="1358900"/>
            <a:ext cx="7997825" cy="28051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0"/>
                <a:headEnd/>
                <a:tailEnd/>
              </a14:hiddenLine>
            </a:ext>
          </a:extLst>
        </p:spPr>
        <p:txBody>
          <a:bodyPr lIns="45720" rIns="45720">
            <a:spAutoFit/>
          </a:bodyPr>
          <a:lstStyle>
            <a:lvl1pPr marL="373063" indent="-373063">
              <a:defRPr>
                <a:solidFill>
                  <a:srgbClr val="535353"/>
                </a:solidFill>
                <a:latin typeface="Arial" panose="020B0604020202020204" pitchFamily="34" charset="0"/>
                <a:cs typeface="Arial" panose="020B0604020202020204" pitchFamily="34" charset="0"/>
                <a:sym typeface="Arial" panose="020B0604020202020204" pitchFamily="34" charset="0"/>
              </a:defRPr>
            </a:lvl1pPr>
            <a:lvl2pPr marL="37931725" indent="-37474525">
              <a:defRPr>
                <a:solidFill>
                  <a:srgbClr val="535353"/>
                </a:solidFill>
                <a:latin typeface="Arial" panose="020B0604020202020204" pitchFamily="34" charset="0"/>
                <a:cs typeface="Arial" panose="020B0604020202020204" pitchFamily="34" charset="0"/>
                <a:sym typeface="Arial" panose="020B0604020202020204" pitchFamily="34" charset="0"/>
              </a:defRPr>
            </a:lvl2pPr>
            <a:lvl3pPr marL="1143000" indent="-228600">
              <a:defRPr>
                <a:solidFill>
                  <a:srgbClr val="535353"/>
                </a:solidFill>
                <a:latin typeface="Arial" panose="020B0604020202020204" pitchFamily="34" charset="0"/>
                <a:cs typeface="Arial" panose="020B0604020202020204" pitchFamily="34" charset="0"/>
                <a:sym typeface="Arial" panose="020B0604020202020204" pitchFamily="34" charset="0"/>
              </a:defRPr>
            </a:lvl3pPr>
            <a:lvl4pPr marL="1600200" indent="-228600">
              <a:defRPr>
                <a:solidFill>
                  <a:srgbClr val="535353"/>
                </a:solidFill>
                <a:latin typeface="Arial" panose="020B0604020202020204" pitchFamily="34" charset="0"/>
                <a:cs typeface="Arial" panose="020B0604020202020204" pitchFamily="34" charset="0"/>
                <a:sym typeface="Arial" panose="020B0604020202020204" pitchFamily="34" charset="0"/>
              </a:defRPr>
            </a:lvl4pPr>
            <a:lvl5pPr marL="2057400" indent="-228600">
              <a:defRPr>
                <a:solidFill>
                  <a:srgbClr val="535353"/>
                </a:solidFill>
                <a:latin typeface="Arial" panose="020B0604020202020204" pitchFamily="34" charset="0"/>
                <a:cs typeface="Arial" panose="020B0604020202020204" pitchFamily="34" charset="0"/>
                <a:sym typeface="Arial" panose="020B0604020202020204" pitchFamily="34" charset="0"/>
              </a:defRPr>
            </a:lvl5pPr>
            <a:lvl6pPr marL="2514600" indent="-228600" defTabSz="457200" eaLnBrk="0" fontAlgn="base" hangingPunct="0">
              <a:spcBef>
                <a:spcPct val="0"/>
              </a:spcBef>
              <a:spcAft>
                <a:spcPct val="0"/>
              </a:spcAft>
              <a:defRPr>
                <a:solidFill>
                  <a:srgbClr val="535353"/>
                </a:solidFill>
                <a:latin typeface="Arial" panose="020B0604020202020204" pitchFamily="34" charset="0"/>
                <a:cs typeface="Arial" panose="020B0604020202020204" pitchFamily="34" charset="0"/>
                <a:sym typeface="Arial" panose="020B0604020202020204" pitchFamily="34" charset="0"/>
              </a:defRPr>
            </a:lvl6pPr>
            <a:lvl7pPr marL="2971800" indent="-228600" defTabSz="457200" eaLnBrk="0" fontAlgn="base" hangingPunct="0">
              <a:spcBef>
                <a:spcPct val="0"/>
              </a:spcBef>
              <a:spcAft>
                <a:spcPct val="0"/>
              </a:spcAft>
              <a:defRPr>
                <a:solidFill>
                  <a:srgbClr val="535353"/>
                </a:solidFill>
                <a:latin typeface="Arial" panose="020B0604020202020204" pitchFamily="34" charset="0"/>
                <a:cs typeface="Arial" panose="020B0604020202020204" pitchFamily="34" charset="0"/>
                <a:sym typeface="Arial" panose="020B0604020202020204" pitchFamily="34" charset="0"/>
              </a:defRPr>
            </a:lvl7pPr>
            <a:lvl8pPr marL="3429000" indent="-228600" defTabSz="457200" eaLnBrk="0" fontAlgn="base" hangingPunct="0">
              <a:spcBef>
                <a:spcPct val="0"/>
              </a:spcBef>
              <a:spcAft>
                <a:spcPct val="0"/>
              </a:spcAft>
              <a:defRPr>
                <a:solidFill>
                  <a:srgbClr val="535353"/>
                </a:solidFill>
                <a:latin typeface="Arial" panose="020B0604020202020204" pitchFamily="34" charset="0"/>
                <a:cs typeface="Arial" panose="020B0604020202020204" pitchFamily="34" charset="0"/>
                <a:sym typeface="Arial" panose="020B0604020202020204" pitchFamily="34" charset="0"/>
              </a:defRPr>
            </a:lvl8pPr>
            <a:lvl9pPr marL="3886200" indent="-228600" defTabSz="457200" eaLnBrk="0" fontAlgn="base" hangingPunct="0">
              <a:spcBef>
                <a:spcPct val="0"/>
              </a:spcBef>
              <a:spcAft>
                <a:spcPct val="0"/>
              </a:spcAft>
              <a:defRPr>
                <a:solidFill>
                  <a:srgbClr val="535353"/>
                </a:solidFill>
                <a:latin typeface="Arial" panose="020B0604020202020204" pitchFamily="34" charset="0"/>
                <a:cs typeface="Arial" panose="020B0604020202020204" pitchFamily="34" charset="0"/>
                <a:sym typeface="Arial" panose="020B0604020202020204" pitchFamily="34" charset="0"/>
              </a:defRPr>
            </a:lvl9pPr>
          </a:lstStyle>
          <a:p>
            <a:pPr eaLnBrk="1">
              <a:lnSpc>
                <a:spcPct val="150000"/>
              </a:lnSpc>
              <a:buClr>
                <a:srgbClr val="0098CD"/>
              </a:buClr>
              <a:buSzPct val="50000"/>
              <a:buFont typeface="Arial Narrow" panose="020B0606020202030204" pitchFamily="34" charset="0"/>
              <a:buChar char="►"/>
            </a:pPr>
            <a:r>
              <a:rPr lang="es-ES_tradnl" altLang="es-ES" sz="2000">
                <a:solidFill>
                  <a:srgbClr val="0098CD"/>
                </a:solidFill>
                <a:latin typeface="Arial " charset="0"/>
                <a:sym typeface="Arial Narrow" panose="020B0606020202030204" pitchFamily="34" charset="0"/>
              </a:rPr>
              <a:t>Introducción</a:t>
            </a:r>
          </a:p>
          <a:p>
            <a:pPr eaLnBrk="1">
              <a:lnSpc>
                <a:spcPct val="150000"/>
              </a:lnSpc>
              <a:buClr>
                <a:srgbClr val="0098CD"/>
              </a:buClr>
              <a:buSzPct val="50000"/>
              <a:buFont typeface="Arial Narrow" panose="020B0606020202030204" pitchFamily="34" charset="0"/>
              <a:buChar char="►"/>
            </a:pPr>
            <a:r>
              <a:rPr lang="es-ES_tradnl" altLang="es-ES" sz="2000">
                <a:solidFill>
                  <a:srgbClr val="0098CD"/>
                </a:solidFill>
                <a:latin typeface="Arial " charset="0"/>
                <a:sym typeface="Arial Narrow" panose="020B0606020202030204" pitchFamily="34" charset="0"/>
              </a:rPr>
              <a:t>Objetivos</a:t>
            </a:r>
          </a:p>
          <a:p>
            <a:pPr eaLnBrk="1">
              <a:lnSpc>
                <a:spcPct val="150000"/>
              </a:lnSpc>
              <a:buClr>
                <a:srgbClr val="0098CD"/>
              </a:buClr>
              <a:buSzPct val="50000"/>
              <a:buFont typeface="Arial Narrow" panose="020B0606020202030204" pitchFamily="34" charset="0"/>
              <a:buChar char="►"/>
            </a:pPr>
            <a:r>
              <a:rPr lang="es-ES_tradnl" altLang="es-ES" sz="2000">
                <a:solidFill>
                  <a:srgbClr val="0098CD"/>
                </a:solidFill>
                <a:latin typeface="Arial " charset="0"/>
                <a:sym typeface="Arial Narrow" panose="020B0606020202030204" pitchFamily="34" charset="0"/>
              </a:rPr>
              <a:t>Desarrollo de la Propuesta</a:t>
            </a:r>
          </a:p>
          <a:p>
            <a:pPr eaLnBrk="1">
              <a:lnSpc>
                <a:spcPct val="150000"/>
              </a:lnSpc>
              <a:buClr>
                <a:srgbClr val="0098CD"/>
              </a:buClr>
              <a:buSzPct val="50000"/>
              <a:buFont typeface="Arial Narrow" panose="020B0606020202030204" pitchFamily="34" charset="0"/>
              <a:buChar char="►"/>
            </a:pPr>
            <a:r>
              <a:rPr lang="es-ES_tradnl" altLang="es-ES" sz="2000">
                <a:solidFill>
                  <a:srgbClr val="0098CD"/>
                </a:solidFill>
                <a:latin typeface="Arial " charset="0"/>
                <a:sym typeface="Arial Narrow" panose="020B0606020202030204" pitchFamily="34" charset="0"/>
              </a:rPr>
              <a:t>Evaluación </a:t>
            </a:r>
          </a:p>
          <a:p>
            <a:pPr eaLnBrk="1">
              <a:lnSpc>
                <a:spcPct val="150000"/>
              </a:lnSpc>
              <a:buClr>
                <a:srgbClr val="0098CD"/>
              </a:buClr>
              <a:buSzPct val="50000"/>
              <a:buFont typeface="Arial Narrow" panose="020B0606020202030204" pitchFamily="34" charset="0"/>
              <a:buChar char="►"/>
            </a:pPr>
            <a:r>
              <a:rPr lang="es-ES_tradnl" altLang="es-ES" sz="2000">
                <a:solidFill>
                  <a:srgbClr val="0098CD"/>
                </a:solidFill>
                <a:latin typeface="Arial " charset="0"/>
                <a:sym typeface="Arial Narrow" panose="020B0606020202030204" pitchFamily="34" charset="0"/>
              </a:rPr>
              <a:t>Conclusiones</a:t>
            </a:r>
          </a:p>
          <a:p>
            <a:pPr eaLnBrk="1">
              <a:lnSpc>
                <a:spcPct val="150000"/>
              </a:lnSpc>
              <a:buClr>
                <a:srgbClr val="0098CD"/>
              </a:buClr>
              <a:buSzPct val="50000"/>
              <a:buFont typeface="Arial Narrow" panose="020B0606020202030204" pitchFamily="34" charset="0"/>
              <a:buChar char="►"/>
            </a:pPr>
            <a:endParaRPr lang="es-ES_tradnl" altLang="es-ES" sz="2000">
              <a:solidFill>
                <a:srgbClr val="0098CD"/>
              </a:solidFill>
              <a:latin typeface="Arial " charset="0"/>
              <a:sym typeface="Arial Narrow" panose="020B0606020202030204" pitchFamily="34" charset="0"/>
            </a:endParaRPr>
          </a:p>
        </p:txBody>
      </p:sp>
      <p:sp>
        <p:nvSpPr>
          <p:cNvPr id="6149" name="Marcador de número de diapositiva 1">
            <a:extLst>
              <a:ext uri="{FF2B5EF4-FFF2-40B4-BE49-F238E27FC236}">
                <a16:creationId xmlns:a16="http://schemas.microsoft.com/office/drawing/2014/main" id="{2209AB4E-791B-2815-4E31-5EF859630D71}"/>
              </a:ext>
            </a:extLst>
          </p:cNvPr>
          <p:cNvSpPr>
            <a:spLocks noGrp="1"/>
          </p:cNvSpPr>
          <p:nvPr>
            <p:ph type="sldNum" sz="quarter" idx="10"/>
          </p:nvPr>
        </p:nvSpPr>
        <p:spPr>
          <a:noFill/>
          <a:ln w="9525"/>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0"/>
                <a:headEnd/>
                <a:tailEnd/>
              </a14:hiddenLine>
            </a:ext>
          </a:extLst>
        </p:spPr>
        <p:txBody>
          <a:bodyPr/>
          <a:lstStyle>
            <a:lvl1pPr>
              <a:defRPr>
                <a:solidFill>
                  <a:srgbClr val="535353"/>
                </a:solidFill>
                <a:latin typeface="Arial" panose="020B0604020202020204" pitchFamily="34" charset="0"/>
                <a:cs typeface="Arial" panose="020B0604020202020204" pitchFamily="34" charset="0"/>
                <a:sym typeface="Arial" panose="020B0604020202020204" pitchFamily="34" charset="0"/>
              </a:defRPr>
            </a:lvl1pPr>
            <a:lvl2pPr marL="742950" indent="-285750">
              <a:defRPr>
                <a:solidFill>
                  <a:srgbClr val="535353"/>
                </a:solidFill>
                <a:latin typeface="Arial" panose="020B0604020202020204" pitchFamily="34" charset="0"/>
                <a:cs typeface="Arial" panose="020B0604020202020204" pitchFamily="34" charset="0"/>
                <a:sym typeface="Arial" panose="020B0604020202020204" pitchFamily="34" charset="0"/>
              </a:defRPr>
            </a:lvl2pPr>
            <a:lvl3pPr marL="1143000" indent="-228600">
              <a:defRPr>
                <a:solidFill>
                  <a:srgbClr val="535353"/>
                </a:solidFill>
                <a:latin typeface="Arial" panose="020B0604020202020204" pitchFamily="34" charset="0"/>
                <a:cs typeface="Arial" panose="020B0604020202020204" pitchFamily="34" charset="0"/>
                <a:sym typeface="Arial" panose="020B0604020202020204" pitchFamily="34" charset="0"/>
              </a:defRPr>
            </a:lvl3pPr>
            <a:lvl4pPr marL="1600200" indent="-228600">
              <a:defRPr>
                <a:solidFill>
                  <a:srgbClr val="535353"/>
                </a:solidFill>
                <a:latin typeface="Arial" panose="020B0604020202020204" pitchFamily="34" charset="0"/>
                <a:cs typeface="Arial" panose="020B0604020202020204" pitchFamily="34" charset="0"/>
                <a:sym typeface="Arial" panose="020B0604020202020204" pitchFamily="34" charset="0"/>
              </a:defRPr>
            </a:lvl4pPr>
            <a:lvl5pPr marL="2057400" indent="-228600">
              <a:defRPr>
                <a:solidFill>
                  <a:srgbClr val="535353"/>
                </a:solidFill>
                <a:latin typeface="Arial" panose="020B0604020202020204" pitchFamily="34" charset="0"/>
                <a:cs typeface="Arial" panose="020B0604020202020204" pitchFamily="34" charset="0"/>
                <a:sym typeface="Arial" panose="020B0604020202020204" pitchFamily="34" charset="0"/>
              </a:defRPr>
            </a:lvl5pPr>
            <a:lvl6pPr marL="2514600" indent="-228600" defTabSz="457200" eaLnBrk="0" fontAlgn="base" hangingPunct="0">
              <a:spcBef>
                <a:spcPct val="0"/>
              </a:spcBef>
              <a:spcAft>
                <a:spcPct val="0"/>
              </a:spcAft>
              <a:defRPr>
                <a:solidFill>
                  <a:srgbClr val="535353"/>
                </a:solidFill>
                <a:latin typeface="Arial" panose="020B0604020202020204" pitchFamily="34" charset="0"/>
                <a:cs typeface="Arial" panose="020B0604020202020204" pitchFamily="34" charset="0"/>
                <a:sym typeface="Arial" panose="020B0604020202020204" pitchFamily="34" charset="0"/>
              </a:defRPr>
            </a:lvl6pPr>
            <a:lvl7pPr marL="2971800" indent="-228600" defTabSz="457200" eaLnBrk="0" fontAlgn="base" hangingPunct="0">
              <a:spcBef>
                <a:spcPct val="0"/>
              </a:spcBef>
              <a:spcAft>
                <a:spcPct val="0"/>
              </a:spcAft>
              <a:defRPr>
                <a:solidFill>
                  <a:srgbClr val="535353"/>
                </a:solidFill>
                <a:latin typeface="Arial" panose="020B0604020202020204" pitchFamily="34" charset="0"/>
                <a:cs typeface="Arial" panose="020B0604020202020204" pitchFamily="34" charset="0"/>
                <a:sym typeface="Arial" panose="020B0604020202020204" pitchFamily="34" charset="0"/>
              </a:defRPr>
            </a:lvl7pPr>
            <a:lvl8pPr marL="3429000" indent="-228600" defTabSz="457200" eaLnBrk="0" fontAlgn="base" hangingPunct="0">
              <a:spcBef>
                <a:spcPct val="0"/>
              </a:spcBef>
              <a:spcAft>
                <a:spcPct val="0"/>
              </a:spcAft>
              <a:defRPr>
                <a:solidFill>
                  <a:srgbClr val="535353"/>
                </a:solidFill>
                <a:latin typeface="Arial" panose="020B0604020202020204" pitchFamily="34" charset="0"/>
                <a:cs typeface="Arial" panose="020B0604020202020204" pitchFamily="34" charset="0"/>
                <a:sym typeface="Arial" panose="020B0604020202020204" pitchFamily="34" charset="0"/>
              </a:defRPr>
            </a:lvl8pPr>
            <a:lvl9pPr marL="3886200" indent="-228600" defTabSz="457200" eaLnBrk="0" fontAlgn="base" hangingPunct="0">
              <a:spcBef>
                <a:spcPct val="0"/>
              </a:spcBef>
              <a:spcAft>
                <a:spcPct val="0"/>
              </a:spcAft>
              <a:defRPr>
                <a:solidFill>
                  <a:srgbClr val="535353"/>
                </a:solidFill>
                <a:latin typeface="Arial" panose="020B0604020202020204" pitchFamily="34" charset="0"/>
                <a:cs typeface="Arial" panose="020B0604020202020204" pitchFamily="34" charset="0"/>
                <a:sym typeface="Arial" panose="020B0604020202020204" pitchFamily="34" charset="0"/>
              </a:defRPr>
            </a:lvl9pPr>
          </a:lstStyle>
          <a:p>
            <a:fld id="{A9332509-EC46-440F-8F41-D88258C67108}" type="slidenum">
              <a:rPr lang="es-ES_tradnl" altLang="es-ES">
                <a:solidFill>
                  <a:srgbClr val="FFFFFF"/>
                </a:solidFill>
              </a:rPr>
              <a:pPr/>
              <a:t>2</a:t>
            </a:fld>
            <a:endParaRPr lang="es-ES_tradnl" altLang="es-ES">
              <a:solidFill>
                <a:srgbClr val="FFFFFF"/>
              </a:solidFill>
            </a:endParaRPr>
          </a:p>
        </p:txBody>
      </p:sp>
    </p:spTree>
  </p:cSld>
  <p:clrMapOvr>
    <a:masterClrMapping/>
  </p:clrMapOvr>
  <p:transition spd="me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170" name="Rectangle 1">
            <a:extLst>
              <a:ext uri="{FF2B5EF4-FFF2-40B4-BE49-F238E27FC236}">
                <a16:creationId xmlns:a16="http://schemas.microsoft.com/office/drawing/2014/main" id="{8783B260-C581-3FB2-CEC7-6918EBD32755}"/>
              </a:ext>
            </a:extLst>
          </p:cNvPr>
          <p:cNvSpPr>
            <a:spLocks/>
          </p:cNvSpPr>
          <p:nvPr/>
        </p:nvSpPr>
        <p:spPr bwMode="auto">
          <a:xfrm>
            <a:off x="8485188" y="6559550"/>
            <a:ext cx="273050" cy="1730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0"/>
                <a:headEnd/>
                <a:tailEnd/>
              </a14:hiddenLine>
            </a:ext>
          </a:extLst>
        </p:spPr>
        <p:txBody>
          <a:bodyPr lIns="0" tIns="0" rIns="0" bIns="0">
            <a:spAutoFit/>
          </a:bodyPr>
          <a:lstStyle>
            <a:lvl1pPr>
              <a:defRPr>
                <a:solidFill>
                  <a:srgbClr val="535353"/>
                </a:solidFill>
                <a:latin typeface="Arial" panose="020B0604020202020204" pitchFamily="34" charset="0"/>
                <a:cs typeface="Arial" panose="020B0604020202020204" pitchFamily="34" charset="0"/>
                <a:sym typeface="Arial" panose="020B0604020202020204" pitchFamily="34" charset="0"/>
              </a:defRPr>
            </a:lvl1pPr>
            <a:lvl2pPr marL="37931725" indent="-37474525">
              <a:defRPr>
                <a:solidFill>
                  <a:srgbClr val="535353"/>
                </a:solidFill>
                <a:latin typeface="Arial" panose="020B0604020202020204" pitchFamily="34" charset="0"/>
                <a:cs typeface="Arial" panose="020B0604020202020204" pitchFamily="34" charset="0"/>
                <a:sym typeface="Arial" panose="020B0604020202020204" pitchFamily="34" charset="0"/>
              </a:defRPr>
            </a:lvl2pPr>
            <a:lvl3pPr marL="1143000" indent="-228600">
              <a:defRPr>
                <a:solidFill>
                  <a:srgbClr val="535353"/>
                </a:solidFill>
                <a:latin typeface="Arial" panose="020B0604020202020204" pitchFamily="34" charset="0"/>
                <a:cs typeface="Arial" panose="020B0604020202020204" pitchFamily="34" charset="0"/>
                <a:sym typeface="Arial" panose="020B0604020202020204" pitchFamily="34" charset="0"/>
              </a:defRPr>
            </a:lvl3pPr>
            <a:lvl4pPr marL="1600200" indent="-228600">
              <a:defRPr>
                <a:solidFill>
                  <a:srgbClr val="535353"/>
                </a:solidFill>
                <a:latin typeface="Arial" panose="020B0604020202020204" pitchFamily="34" charset="0"/>
                <a:cs typeface="Arial" panose="020B0604020202020204" pitchFamily="34" charset="0"/>
                <a:sym typeface="Arial" panose="020B0604020202020204" pitchFamily="34" charset="0"/>
              </a:defRPr>
            </a:lvl4pPr>
            <a:lvl5pPr marL="2057400" indent="-228600">
              <a:defRPr>
                <a:solidFill>
                  <a:srgbClr val="535353"/>
                </a:solidFill>
                <a:latin typeface="Arial" panose="020B0604020202020204" pitchFamily="34" charset="0"/>
                <a:cs typeface="Arial" panose="020B0604020202020204" pitchFamily="34" charset="0"/>
                <a:sym typeface="Arial" panose="020B0604020202020204" pitchFamily="34" charset="0"/>
              </a:defRPr>
            </a:lvl5pPr>
            <a:lvl6pPr marL="2514600" indent="-228600" defTabSz="457200" eaLnBrk="0" fontAlgn="base" hangingPunct="0">
              <a:spcBef>
                <a:spcPct val="0"/>
              </a:spcBef>
              <a:spcAft>
                <a:spcPct val="0"/>
              </a:spcAft>
              <a:defRPr>
                <a:solidFill>
                  <a:srgbClr val="535353"/>
                </a:solidFill>
                <a:latin typeface="Arial" panose="020B0604020202020204" pitchFamily="34" charset="0"/>
                <a:cs typeface="Arial" panose="020B0604020202020204" pitchFamily="34" charset="0"/>
                <a:sym typeface="Arial" panose="020B0604020202020204" pitchFamily="34" charset="0"/>
              </a:defRPr>
            </a:lvl6pPr>
            <a:lvl7pPr marL="2971800" indent="-228600" defTabSz="457200" eaLnBrk="0" fontAlgn="base" hangingPunct="0">
              <a:spcBef>
                <a:spcPct val="0"/>
              </a:spcBef>
              <a:spcAft>
                <a:spcPct val="0"/>
              </a:spcAft>
              <a:defRPr>
                <a:solidFill>
                  <a:srgbClr val="535353"/>
                </a:solidFill>
                <a:latin typeface="Arial" panose="020B0604020202020204" pitchFamily="34" charset="0"/>
                <a:cs typeface="Arial" panose="020B0604020202020204" pitchFamily="34" charset="0"/>
                <a:sym typeface="Arial" panose="020B0604020202020204" pitchFamily="34" charset="0"/>
              </a:defRPr>
            </a:lvl7pPr>
            <a:lvl8pPr marL="3429000" indent="-228600" defTabSz="457200" eaLnBrk="0" fontAlgn="base" hangingPunct="0">
              <a:spcBef>
                <a:spcPct val="0"/>
              </a:spcBef>
              <a:spcAft>
                <a:spcPct val="0"/>
              </a:spcAft>
              <a:defRPr>
                <a:solidFill>
                  <a:srgbClr val="535353"/>
                </a:solidFill>
                <a:latin typeface="Arial" panose="020B0604020202020204" pitchFamily="34" charset="0"/>
                <a:cs typeface="Arial" panose="020B0604020202020204" pitchFamily="34" charset="0"/>
                <a:sym typeface="Arial" panose="020B0604020202020204" pitchFamily="34" charset="0"/>
              </a:defRPr>
            </a:lvl8pPr>
            <a:lvl9pPr marL="3886200" indent="-228600" defTabSz="457200" eaLnBrk="0" fontAlgn="base" hangingPunct="0">
              <a:spcBef>
                <a:spcPct val="0"/>
              </a:spcBef>
              <a:spcAft>
                <a:spcPct val="0"/>
              </a:spcAft>
              <a:defRPr>
                <a:solidFill>
                  <a:srgbClr val="535353"/>
                </a:solidFill>
                <a:latin typeface="Arial" panose="020B0604020202020204" pitchFamily="34" charset="0"/>
                <a:cs typeface="Arial" panose="020B0604020202020204" pitchFamily="34" charset="0"/>
                <a:sym typeface="Arial" panose="020B0604020202020204" pitchFamily="34" charset="0"/>
              </a:defRPr>
            </a:lvl9pPr>
          </a:lstStyle>
          <a:p>
            <a:pPr algn="r" eaLnBrk="1"/>
            <a:fld id="{B33C9D29-9B7C-4A28-A075-684355D77B2A}" type="slidenum">
              <a:rPr lang="es-ES_tradnl" altLang="es-ES" sz="1200" smtClean="0">
                <a:solidFill>
                  <a:srgbClr val="FFFFFF"/>
                </a:solidFill>
              </a:rPr>
              <a:pPr algn="r" eaLnBrk="1"/>
              <a:t>3</a:t>
            </a:fld>
            <a:endParaRPr lang="es-ES_tradnl" altLang="es-ES">
              <a:solidFill>
                <a:srgbClr val="000000"/>
              </a:solidFill>
            </a:endParaRPr>
          </a:p>
        </p:txBody>
      </p:sp>
      <p:sp>
        <p:nvSpPr>
          <p:cNvPr id="7171" name="Rectangle 2">
            <a:extLst>
              <a:ext uri="{FF2B5EF4-FFF2-40B4-BE49-F238E27FC236}">
                <a16:creationId xmlns:a16="http://schemas.microsoft.com/office/drawing/2014/main" id="{6E833A89-B77F-6ADF-DD2F-C7AC1AF23C41}"/>
              </a:ext>
            </a:extLst>
          </p:cNvPr>
          <p:cNvSpPr>
            <a:spLocks/>
          </p:cNvSpPr>
          <p:nvPr/>
        </p:nvSpPr>
        <p:spPr bwMode="auto">
          <a:xfrm>
            <a:off x="446088" y="303213"/>
            <a:ext cx="5614987" cy="5238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0"/>
                <a:headEnd/>
                <a:tailEnd/>
              </a14:hiddenLine>
            </a:ext>
          </a:extLst>
        </p:spPr>
        <p:txBody>
          <a:bodyPr lIns="45720" rIns="45720">
            <a:spAutoFit/>
          </a:bodyPr>
          <a:lstStyle>
            <a:lvl1pPr>
              <a:defRPr>
                <a:solidFill>
                  <a:srgbClr val="535353"/>
                </a:solidFill>
                <a:latin typeface="Arial" panose="020B0604020202020204" pitchFamily="34" charset="0"/>
                <a:cs typeface="Arial" panose="020B0604020202020204" pitchFamily="34" charset="0"/>
                <a:sym typeface="Arial" panose="020B0604020202020204" pitchFamily="34" charset="0"/>
              </a:defRPr>
            </a:lvl1pPr>
            <a:lvl2pPr marL="37931725" indent="-37474525">
              <a:defRPr>
                <a:solidFill>
                  <a:srgbClr val="535353"/>
                </a:solidFill>
                <a:latin typeface="Arial" panose="020B0604020202020204" pitchFamily="34" charset="0"/>
                <a:cs typeface="Arial" panose="020B0604020202020204" pitchFamily="34" charset="0"/>
                <a:sym typeface="Arial" panose="020B0604020202020204" pitchFamily="34" charset="0"/>
              </a:defRPr>
            </a:lvl2pPr>
            <a:lvl3pPr marL="1143000" indent="-228600">
              <a:defRPr>
                <a:solidFill>
                  <a:srgbClr val="535353"/>
                </a:solidFill>
                <a:latin typeface="Arial" panose="020B0604020202020204" pitchFamily="34" charset="0"/>
                <a:cs typeface="Arial" panose="020B0604020202020204" pitchFamily="34" charset="0"/>
                <a:sym typeface="Arial" panose="020B0604020202020204" pitchFamily="34" charset="0"/>
              </a:defRPr>
            </a:lvl3pPr>
            <a:lvl4pPr marL="1600200" indent="-228600">
              <a:defRPr>
                <a:solidFill>
                  <a:srgbClr val="535353"/>
                </a:solidFill>
                <a:latin typeface="Arial" panose="020B0604020202020204" pitchFamily="34" charset="0"/>
                <a:cs typeface="Arial" panose="020B0604020202020204" pitchFamily="34" charset="0"/>
                <a:sym typeface="Arial" panose="020B0604020202020204" pitchFamily="34" charset="0"/>
              </a:defRPr>
            </a:lvl4pPr>
            <a:lvl5pPr marL="2057400" indent="-228600">
              <a:defRPr>
                <a:solidFill>
                  <a:srgbClr val="535353"/>
                </a:solidFill>
                <a:latin typeface="Arial" panose="020B0604020202020204" pitchFamily="34" charset="0"/>
                <a:cs typeface="Arial" panose="020B0604020202020204" pitchFamily="34" charset="0"/>
                <a:sym typeface="Arial" panose="020B0604020202020204" pitchFamily="34" charset="0"/>
              </a:defRPr>
            </a:lvl5pPr>
            <a:lvl6pPr marL="2514600" indent="-228600" defTabSz="457200" eaLnBrk="0" fontAlgn="base" hangingPunct="0">
              <a:spcBef>
                <a:spcPct val="0"/>
              </a:spcBef>
              <a:spcAft>
                <a:spcPct val="0"/>
              </a:spcAft>
              <a:defRPr>
                <a:solidFill>
                  <a:srgbClr val="535353"/>
                </a:solidFill>
                <a:latin typeface="Arial" panose="020B0604020202020204" pitchFamily="34" charset="0"/>
                <a:cs typeface="Arial" panose="020B0604020202020204" pitchFamily="34" charset="0"/>
                <a:sym typeface="Arial" panose="020B0604020202020204" pitchFamily="34" charset="0"/>
              </a:defRPr>
            </a:lvl6pPr>
            <a:lvl7pPr marL="2971800" indent="-228600" defTabSz="457200" eaLnBrk="0" fontAlgn="base" hangingPunct="0">
              <a:spcBef>
                <a:spcPct val="0"/>
              </a:spcBef>
              <a:spcAft>
                <a:spcPct val="0"/>
              </a:spcAft>
              <a:defRPr>
                <a:solidFill>
                  <a:srgbClr val="535353"/>
                </a:solidFill>
                <a:latin typeface="Arial" panose="020B0604020202020204" pitchFamily="34" charset="0"/>
                <a:cs typeface="Arial" panose="020B0604020202020204" pitchFamily="34" charset="0"/>
                <a:sym typeface="Arial" panose="020B0604020202020204" pitchFamily="34" charset="0"/>
              </a:defRPr>
            </a:lvl7pPr>
            <a:lvl8pPr marL="3429000" indent="-228600" defTabSz="457200" eaLnBrk="0" fontAlgn="base" hangingPunct="0">
              <a:spcBef>
                <a:spcPct val="0"/>
              </a:spcBef>
              <a:spcAft>
                <a:spcPct val="0"/>
              </a:spcAft>
              <a:defRPr>
                <a:solidFill>
                  <a:srgbClr val="535353"/>
                </a:solidFill>
                <a:latin typeface="Arial" panose="020B0604020202020204" pitchFamily="34" charset="0"/>
                <a:cs typeface="Arial" panose="020B0604020202020204" pitchFamily="34" charset="0"/>
                <a:sym typeface="Arial" panose="020B0604020202020204" pitchFamily="34" charset="0"/>
              </a:defRPr>
            </a:lvl8pPr>
            <a:lvl9pPr marL="3886200" indent="-228600" defTabSz="457200" eaLnBrk="0" fontAlgn="base" hangingPunct="0">
              <a:spcBef>
                <a:spcPct val="0"/>
              </a:spcBef>
              <a:spcAft>
                <a:spcPct val="0"/>
              </a:spcAft>
              <a:defRPr>
                <a:solidFill>
                  <a:srgbClr val="535353"/>
                </a:solidFill>
                <a:latin typeface="Arial" panose="020B0604020202020204" pitchFamily="34" charset="0"/>
                <a:cs typeface="Arial" panose="020B0604020202020204" pitchFamily="34" charset="0"/>
                <a:sym typeface="Arial" panose="020B0604020202020204" pitchFamily="34" charset="0"/>
              </a:defRPr>
            </a:lvl9pPr>
          </a:lstStyle>
          <a:p>
            <a:pPr eaLnBrk="1"/>
            <a:r>
              <a:rPr lang="es-ES_tradnl" altLang="es-ES" sz="2800" dirty="0">
                <a:solidFill>
                  <a:srgbClr val="0098CD"/>
                </a:solidFill>
                <a:latin typeface="Arial " charset="0"/>
                <a:sym typeface="Arial Narrow" panose="020B0606020202030204" pitchFamily="34" charset="0"/>
              </a:rPr>
              <a:t>Introducción</a:t>
            </a:r>
            <a:endParaRPr lang="es-ES_tradnl" altLang="es-ES" dirty="0">
              <a:solidFill>
                <a:srgbClr val="000000"/>
              </a:solidFill>
              <a:sym typeface="Arial Narrow" panose="020B0606020202030204" pitchFamily="34" charset="0"/>
            </a:endParaRPr>
          </a:p>
        </p:txBody>
      </p:sp>
      <p:sp>
        <p:nvSpPr>
          <p:cNvPr id="7172" name="Rectangle 3">
            <a:extLst>
              <a:ext uri="{FF2B5EF4-FFF2-40B4-BE49-F238E27FC236}">
                <a16:creationId xmlns:a16="http://schemas.microsoft.com/office/drawing/2014/main" id="{48C598B4-17F0-77F7-6C3A-A63A316B2E7C}"/>
              </a:ext>
            </a:extLst>
          </p:cNvPr>
          <p:cNvSpPr>
            <a:spLocks/>
          </p:cNvSpPr>
          <p:nvPr/>
        </p:nvSpPr>
        <p:spPr bwMode="auto">
          <a:xfrm>
            <a:off x="114400" y="1074509"/>
            <a:ext cx="3960440" cy="470898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0"/>
                <a:headEnd/>
                <a:tailEnd/>
              </a14:hiddenLine>
            </a:ext>
          </a:extLst>
        </p:spPr>
        <p:txBody>
          <a:bodyPr wrap="square" lIns="45720" rIns="45720">
            <a:spAutoFit/>
          </a:bodyPr>
          <a:lstStyle>
            <a:lvl1pPr marL="228600" indent="-228600">
              <a:defRPr>
                <a:solidFill>
                  <a:srgbClr val="535353"/>
                </a:solidFill>
                <a:latin typeface="Arial" panose="020B0604020202020204" pitchFamily="34" charset="0"/>
                <a:cs typeface="Arial" panose="020B0604020202020204" pitchFamily="34" charset="0"/>
                <a:sym typeface="Arial" panose="020B0604020202020204" pitchFamily="34" charset="0"/>
              </a:defRPr>
            </a:lvl1pPr>
            <a:lvl2pPr marL="37931725" indent="-37474525">
              <a:defRPr>
                <a:solidFill>
                  <a:srgbClr val="535353"/>
                </a:solidFill>
                <a:latin typeface="Arial" panose="020B0604020202020204" pitchFamily="34" charset="0"/>
                <a:cs typeface="Arial" panose="020B0604020202020204" pitchFamily="34" charset="0"/>
                <a:sym typeface="Arial" panose="020B0604020202020204" pitchFamily="34" charset="0"/>
              </a:defRPr>
            </a:lvl2pPr>
            <a:lvl3pPr marL="1143000" indent="-228600">
              <a:defRPr>
                <a:solidFill>
                  <a:srgbClr val="535353"/>
                </a:solidFill>
                <a:latin typeface="Arial" panose="020B0604020202020204" pitchFamily="34" charset="0"/>
                <a:cs typeface="Arial" panose="020B0604020202020204" pitchFamily="34" charset="0"/>
                <a:sym typeface="Arial" panose="020B0604020202020204" pitchFamily="34" charset="0"/>
              </a:defRPr>
            </a:lvl3pPr>
            <a:lvl4pPr marL="1600200" indent="-228600">
              <a:defRPr>
                <a:solidFill>
                  <a:srgbClr val="535353"/>
                </a:solidFill>
                <a:latin typeface="Arial" panose="020B0604020202020204" pitchFamily="34" charset="0"/>
                <a:cs typeface="Arial" panose="020B0604020202020204" pitchFamily="34" charset="0"/>
                <a:sym typeface="Arial" panose="020B0604020202020204" pitchFamily="34" charset="0"/>
              </a:defRPr>
            </a:lvl4pPr>
            <a:lvl5pPr marL="2057400" indent="-228600">
              <a:defRPr>
                <a:solidFill>
                  <a:srgbClr val="535353"/>
                </a:solidFill>
                <a:latin typeface="Arial" panose="020B0604020202020204" pitchFamily="34" charset="0"/>
                <a:cs typeface="Arial" panose="020B0604020202020204" pitchFamily="34" charset="0"/>
                <a:sym typeface="Arial" panose="020B0604020202020204" pitchFamily="34" charset="0"/>
              </a:defRPr>
            </a:lvl5pPr>
            <a:lvl6pPr marL="2514600" indent="-228600" defTabSz="457200" eaLnBrk="0" fontAlgn="base" hangingPunct="0">
              <a:spcBef>
                <a:spcPct val="0"/>
              </a:spcBef>
              <a:spcAft>
                <a:spcPct val="0"/>
              </a:spcAft>
              <a:defRPr>
                <a:solidFill>
                  <a:srgbClr val="535353"/>
                </a:solidFill>
                <a:latin typeface="Arial" panose="020B0604020202020204" pitchFamily="34" charset="0"/>
                <a:cs typeface="Arial" panose="020B0604020202020204" pitchFamily="34" charset="0"/>
                <a:sym typeface="Arial" panose="020B0604020202020204" pitchFamily="34" charset="0"/>
              </a:defRPr>
            </a:lvl6pPr>
            <a:lvl7pPr marL="2971800" indent="-228600" defTabSz="457200" eaLnBrk="0" fontAlgn="base" hangingPunct="0">
              <a:spcBef>
                <a:spcPct val="0"/>
              </a:spcBef>
              <a:spcAft>
                <a:spcPct val="0"/>
              </a:spcAft>
              <a:defRPr>
                <a:solidFill>
                  <a:srgbClr val="535353"/>
                </a:solidFill>
                <a:latin typeface="Arial" panose="020B0604020202020204" pitchFamily="34" charset="0"/>
                <a:cs typeface="Arial" panose="020B0604020202020204" pitchFamily="34" charset="0"/>
                <a:sym typeface="Arial" panose="020B0604020202020204" pitchFamily="34" charset="0"/>
              </a:defRPr>
            </a:lvl7pPr>
            <a:lvl8pPr marL="3429000" indent="-228600" defTabSz="457200" eaLnBrk="0" fontAlgn="base" hangingPunct="0">
              <a:spcBef>
                <a:spcPct val="0"/>
              </a:spcBef>
              <a:spcAft>
                <a:spcPct val="0"/>
              </a:spcAft>
              <a:defRPr>
                <a:solidFill>
                  <a:srgbClr val="535353"/>
                </a:solidFill>
                <a:latin typeface="Arial" panose="020B0604020202020204" pitchFamily="34" charset="0"/>
                <a:cs typeface="Arial" panose="020B0604020202020204" pitchFamily="34" charset="0"/>
                <a:sym typeface="Arial" panose="020B0604020202020204" pitchFamily="34" charset="0"/>
              </a:defRPr>
            </a:lvl8pPr>
            <a:lvl9pPr marL="3886200" indent="-228600" defTabSz="457200" eaLnBrk="0" fontAlgn="base" hangingPunct="0">
              <a:spcBef>
                <a:spcPct val="0"/>
              </a:spcBef>
              <a:spcAft>
                <a:spcPct val="0"/>
              </a:spcAft>
              <a:defRPr>
                <a:solidFill>
                  <a:srgbClr val="535353"/>
                </a:solidFill>
                <a:latin typeface="Arial" panose="020B0604020202020204" pitchFamily="34" charset="0"/>
                <a:cs typeface="Arial" panose="020B0604020202020204" pitchFamily="34" charset="0"/>
                <a:sym typeface="Arial" panose="020B0604020202020204" pitchFamily="34" charset="0"/>
              </a:defRPr>
            </a:lvl9pPr>
          </a:lstStyle>
          <a:p>
            <a:pPr eaLnBrk="1">
              <a:buClr>
                <a:srgbClr val="0098CD"/>
              </a:buClr>
              <a:buSzPct val="50000"/>
              <a:buFont typeface="Arial Narrow" panose="020B0606020202030204" pitchFamily="34" charset="0"/>
              <a:buChar char="►"/>
            </a:pPr>
            <a:r>
              <a:rPr lang="es-ES" altLang="es-ES" sz="2000" dirty="0">
                <a:sym typeface="Arial Narrow" panose="020B0606020202030204" pitchFamily="34" charset="0"/>
              </a:rPr>
              <a:t>El Problema: Volatilidad de precios en granos y acceso nulo a zootecnia de precisión para pequeños/medianos productores (50-500 cabezas).</a:t>
            </a:r>
          </a:p>
          <a:p>
            <a:pPr marL="0" indent="0" eaLnBrk="1">
              <a:buClr>
                <a:srgbClr val="0098CD"/>
              </a:buClr>
              <a:buSzPct val="50000"/>
            </a:pPr>
            <a:endParaRPr lang="es-ES_tradnl" altLang="es-ES" sz="2000" dirty="0">
              <a:solidFill>
                <a:srgbClr val="0098CD"/>
              </a:solidFill>
              <a:sym typeface="Arial Narrow" panose="020B0606020202030204" pitchFamily="34" charset="0"/>
            </a:endParaRPr>
          </a:p>
          <a:p>
            <a:pPr eaLnBrk="1">
              <a:buClr>
                <a:srgbClr val="0098CD"/>
              </a:buClr>
              <a:buSzPct val="50000"/>
              <a:buFont typeface="Arial Narrow" panose="020B0606020202030204" pitchFamily="34" charset="0"/>
              <a:buChar char="►"/>
            </a:pPr>
            <a:r>
              <a:rPr lang="es-ES" altLang="es-ES" sz="2000" dirty="0">
                <a:sym typeface="Arial Narrow" panose="020B0606020202030204" pitchFamily="34" charset="0"/>
              </a:rPr>
              <a:t>La Solución: </a:t>
            </a:r>
            <a:r>
              <a:rPr lang="es-ES" altLang="es-ES" sz="2000" b="1" dirty="0">
                <a:sym typeface="Arial Narrow" panose="020B0606020202030204" pitchFamily="34" charset="0"/>
              </a:rPr>
              <a:t>Caporal AI </a:t>
            </a:r>
            <a:r>
              <a:rPr lang="es-ES" altLang="es-ES" sz="2000" dirty="0">
                <a:sym typeface="Arial Narrow" panose="020B0606020202030204" pitchFamily="34" charset="0"/>
              </a:rPr>
              <a:t>(Inteligencia Artificial Híbrida: Optimización + Lenguaje Natural).</a:t>
            </a:r>
          </a:p>
          <a:p>
            <a:pPr marL="0" indent="0" eaLnBrk="1">
              <a:buClr>
                <a:srgbClr val="0098CD"/>
              </a:buClr>
              <a:buSzPct val="50000"/>
            </a:pPr>
            <a:endParaRPr lang="es-ES_tradnl" altLang="es-ES" sz="2000" dirty="0">
              <a:sym typeface="Arial Narrow" panose="020B0606020202030204" pitchFamily="34" charset="0"/>
            </a:endParaRPr>
          </a:p>
          <a:p>
            <a:pPr eaLnBrk="1">
              <a:buClr>
                <a:srgbClr val="0098CD"/>
              </a:buClr>
              <a:buSzPct val="50000"/>
              <a:buFont typeface="Arial Narrow" panose="020B0606020202030204" pitchFamily="34" charset="0"/>
              <a:buChar char="►"/>
            </a:pPr>
            <a:r>
              <a:rPr lang="es-ES" altLang="es-ES" sz="2000" dirty="0">
                <a:sym typeface="Arial Narrow" panose="020B0606020202030204" pitchFamily="34" charset="0"/>
              </a:rPr>
              <a:t>Comparativa: Supera el registro pasivo (Ganadero SG) y la inaccesibilidad técnica/financiera (NDS).</a:t>
            </a:r>
            <a:endParaRPr lang="es-ES_tradnl" altLang="es-ES" sz="2000" dirty="0">
              <a:sym typeface="Arial Narrow" panose="020B0606020202030204" pitchFamily="34" charset="0"/>
            </a:endParaRPr>
          </a:p>
        </p:txBody>
      </p:sp>
      <p:sp>
        <p:nvSpPr>
          <p:cNvPr id="7173" name="Marcador de número de diapositiva 1">
            <a:extLst>
              <a:ext uri="{FF2B5EF4-FFF2-40B4-BE49-F238E27FC236}">
                <a16:creationId xmlns:a16="http://schemas.microsoft.com/office/drawing/2014/main" id="{A9F52ADC-FE3C-7E19-3F75-D7391C749115}"/>
              </a:ext>
            </a:extLst>
          </p:cNvPr>
          <p:cNvSpPr>
            <a:spLocks noGrp="1"/>
          </p:cNvSpPr>
          <p:nvPr>
            <p:ph type="sldNum" sz="quarter" idx="10"/>
          </p:nvPr>
        </p:nvSpPr>
        <p:spPr>
          <a:noFill/>
          <a:ln w="9525"/>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0"/>
                <a:headEnd/>
                <a:tailEnd/>
              </a14:hiddenLine>
            </a:ext>
          </a:extLst>
        </p:spPr>
        <p:txBody>
          <a:bodyPr/>
          <a:lstStyle>
            <a:lvl1pPr>
              <a:defRPr>
                <a:solidFill>
                  <a:srgbClr val="535353"/>
                </a:solidFill>
                <a:latin typeface="Arial" panose="020B0604020202020204" pitchFamily="34" charset="0"/>
                <a:cs typeface="Arial" panose="020B0604020202020204" pitchFamily="34" charset="0"/>
                <a:sym typeface="Arial" panose="020B0604020202020204" pitchFamily="34" charset="0"/>
              </a:defRPr>
            </a:lvl1pPr>
            <a:lvl2pPr marL="742950" indent="-285750">
              <a:defRPr>
                <a:solidFill>
                  <a:srgbClr val="535353"/>
                </a:solidFill>
                <a:latin typeface="Arial" panose="020B0604020202020204" pitchFamily="34" charset="0"/>
                <a:cs typeface="Arial" panose="020B0604020202020204" pitchFamily="34" charset="0"/>
                <a:sym typeface="Arial" panose="020B0604020202020204" pitchFamily="34" charset="0"/>
              </a:defRPr>
            </a:lvl2pPr>
            <a:lvl3pPr marL="1143000" indent="-228600">
              <a:defRPr>
                <a:solidFill>
                  <a:srgbClr val="535353"/>
                </a:solidFill>
                <a:latin typeface="Arial" panose="020B0604020202020204" pitchFamily="34" charset="0"/>
                <a:cs typeface="Arial" panose="020B0604020202020204" pitchFamily="34" charset="0"/>
                <a:sym typeface="Arial" panose="020B0604020202020204" pitchFamily="34" charset="0"/>
              </a:defRPr>
            </a:lvl3pPr>
            <a:lvl4pPr marL="1600200" indent="-228600">
              <a:defRPr>
                <a:solidFill>
                  <a:srgbClr val="535353"/>
                </a:solidFill>
                <a:latin typeface="Arial" panose="020B0604020202020204" pitchFamily="34" charset="0"/>
                <a:cs typeface="Arial" panose="020B0604020202020204" pitchFamily="34" charset="0"/>
                <a:sym typeface="Arial" panose="020B0604020202020204" pitchFamily="34" charset="0"/>
              </a:defRPr>
            </a:lvl4pPr>
            <a:lvl5pPr marL="2057400" indent="-228600">
              <a:defRPr>
                <a:solidFill>
                  <a:srgbClr val="535353"/>
                </a:solidFill>
                <a:latin typeface="Arial" panose="020B0604020202020204" pitchFamily="34" charset="0"/>
                <a:cs typeface="Arial" panose="020B0604020202020204" pitchFamily="34" charset="0"/>
                <a:sym typeface="Arial" panose="020B0604020202020204" pitchFamily="34" charset="0"/>
              </a:defRPr>
            </a:lvl5pPr>
            <a:lvl6pPr marL="2514600" indent="-228600" defTabSz="457200" eaLnBrk="0" fontAlgn="base" hangingPunct="0">
              <a:spcBef>
                <a:spcPct val="0"/>
              </a:spcBef>
              <a:spcAft>
                <a:spcPct val="0"/>
              </a:spcAft>
              <a:defRPr>
                <a:solidFill>
                  <a:srgbClr val="535353"/>
                </a:solidFill>
                <a:latin typeface="Arial" panose="020B0604020202020204" pitchFamily="34" charset="0"/>
                <a:cs typeface="Arial" panose="020B0604020202020204" pitchFamily="34" charset="0"/>
                <a:sym typeface="Arial" panose="020B0604020202020204" pitchFamily="34" charset="0"/>
              </a:defRPr>
            </a:lvl6pPr>
            <a:lvl7pPr marL="2971800" indent="-228600" defTabSz="457200" eaLnBrk="0" fontAlgn="base" hangingPunct="0">
              <a:spcBef>
                <a:spcPct val="0"/>
              </a:spcBef>
              <a:spcAft>
                <a:spcPct val="0"/>
              </a:spcAft>
              <a:defRPr>
                <a:solidFill>
                  <a:srgbClr val="535353"/>
                </a:solidFill>
                <a:latin typeface="Arial" panose="020B0604020202020204" pitchFamily="34" charset="0"/>
                <a:cs typeface="Arial" panose="020B0604020202020204" pitchFamily="34" charset="0"/>
                <a:sym typeface="Arial" panose="020B0604020202020204" pitchFamily="34" charset="0"/>
              </a:defRPr>
            </a:lvl7pPr>
            <a:lvl8pPr marL="3429000" indent="-228600" defTabSz="457200" eaLnBrk="0" fontAlgn="base" hangingPunct="0">
              <a:spcBef>
                <a:spcPct val="0"/>
              </a:spcBef>
              <a:spcAft>
                <a:spcPct val="0"/>
              </a:spcAft>
              <a:defRPr>
                <a:solidFill>
                  <a:srgbClr val="535353"/>
                </a:solidFill>
                <a:latin typeface="Arial" panose="020B0604020202020204" pitchFamily="34" charset="0"/>
                <a:cs typeface="Arial" panose="020B0604020202020204" pitchFamily="34" charset="0"/>
                <a:sym typeface="Arial" panose="020B0604020202020204" pitchFamily="34" charset="0"/>
              </a:defRPr>
            </a:lvl8pPr>
            <a:lvl9pPr marL="3886200" indent="-228600" defTabSz="457200" eaLnBrk="0" fontAlgn="base" hangingPunct="0">
              <a:spcBef>
                <a:spcPct val="0"/>
              </a:spcBef>
              <a:spcAft>
                <a:spcPct val="0"/>
              </a:spcAft>
              <a:defRPr>
                <a:solidFill>
                  <a:srgbClr val="535353"/>
                </a:solidFill>
                <a:latin typeface="Arial" panose="020B0604020202020204" pitchFamily="34" charset="0"/>
                <a:cs typeface="Arial" panose="020B0604020202020204" pitchFamily="34" charset="0"/>
                <a:sym typeface="Arial" panose="020B0604020202020204" pitchFamily="34" charset="0"/>
              </a:defRPr>
            </a:lvl9pPr>
          </a:lstStyle>
          <a:p>
            <a:fld id="{DA261441-3D6B-4E99-BD9C-CD35B58EA5A0}" type="slidenum">
              <a:rPr lang="es-ES_tradnl" altLang="es-ES" smtClean="0">
                <a:solidFill>
                  <a:srgbClr val="FFFFFF"/>
                </a:solidFill>
              </a:rPr>
              <a:pPr/>
              <a:t>3</a:t>
            </a:fld>
            <a:endParaRPr lang="es-ES_tradnl" altLang="es-ES">
              <a:solidFill>
                <a:srgbClr val="FFFFFF"/>
              </a:solidFill>
            </a:endParaRPr>
          </a:p>
        </p:txBody>
      </p:sp>
      <p:pic>
        <p:nvPicPr>
          <p:cNvPr id="5" name="Picture 4">
            <a:extLst>
              <a:ext uri="{FF2B5EF4-FFF2-40B4-BE49-F238E27FC236}">
                <a16:creationId xmlns:a16="http://schemas.microsoft.com/office/drawing/2014/main" id="{A1BB5066-0517-43BA-14E1-EC7A74A3D426}"/>
              </a:ext>
            </a:extLst>
          </p:cNvPr>
          <p:cNvPicPr>
            <a:picLocks noChangeAspect="1"/>
          </p:cNvPicPr>
          <p:nvPr/>
        </p:nvPicPr>
        <p:blipFill>
          <a:blip r:embed="rId3"/>
          <a:stretch>
            <a:fillRect/>
          </a:stretch>
        </p:blipFill>
        <p:spPr>
          <a:xfrm>
            <a:off x="4130851" y="1469499"/>
            <a:ext cx="4898749" cy="3918999"/>
          </a:xfrm>
          <a:prstGeom prst="rect">
            <a:avLst/>
          </a:prstGeom>
        </p:spPr>
      </p:pic>
    </p:spTree>
  </p:cSld>
  <p:clrMapOvr>
    <a:masterClrMapping/>
  </p:clrMapOvr>
  <p:transition spd="me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194" name="Rectangle 1">
            <a:extLst>
              <a:ext uri="{FF2B5EF4-FFF2-40B4-BE49-F238E27FC236}">
                <a16:creationId xmlns:a16="http://schemas.microsoft.com/office/drawing/2014/main" id="{9D592EB3-BD17-7F75-A47F-CFCA38BB57C6}"/>
              </a:ext>
            </a:extLst>
          </p:cNvPr>
          <p:cNvSpPr>
            <a:spLocks/>
          </p:cNvSpPr>
          <p:nvPr/>
        </p:nvSpPr>
        <p:spPr bwMode="auto">
          <a:xfrm>
            <a:off x="8485188" y="6559550"/>
            <a:ext cx="273050" cy="1730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0"/>
                <a:headEnd/>
                <a:tailEnd/>
              </a14:hiddenLine>
            </a:ext>
          </a:extLst>
        </p:spPr>
        <p:txBody>
          <a:bodyPr lIns="0" tIns="0" rIns="0" bIns="0">
            <a:spAutoFit/>
          </a:bodyPr>
          <a:lstStyle>
            <a:lvl1pPr>
              <a:defRPr>
                <a:solidFill>
                  <a:srgbClr val="535353"/>
                </a:solidFill>
                <a:latin typeface="Arial" panose="020B0604020202020204" pitchFamily="34" charset="0"/>
                <a:cs typeface="Arial" panose="020B0604020202020204" pitchFamily="34" charset="0"/>
                <a:sym typeface="Arial" panose="020B0604020202020204" pitchFamily="34" charset="0"/>
              </a:defRPr>
            </a:lvl1pPr>
            <a:lvl2pPr marL="37931725" indent="-37474525">
              <a:defRPr>
                <a:solidFill>
                  <a:srgbClr val="535353"/>
                </a:solidFill>
                <a:latin typeface="Arial" panose="020B0604020202020204" pitchFamily="34" charset="0"/>
                <a:cs typeface="Arial" panose="020B0604020202020204" pitchFamily="34" charset="0"/>
                <a:sym typeface="Arial" panose="020B0604020202020204" pitchFamily="34" charset="0"/>
              </a:defRPr>
            </a:lvl2pPr>
            <a:lvl3pPr marL="1143000" indent="-228600">
              <a:defRPr>
                <a:solidFill>
                  <a:srgbClr val="535353"/>
                </a:solidFill>
                <a:latin typeface="Arial" panose="020B0604020202020204" pitchFamily="34" charset="0"/>
                <a:cs typeface="Arial" panose="020B0604020202020204" pitchFamily="34" charset="0"/>
                <a:sym typeface="Arial" panose="020B0604020202020204" pitchFamily="34" charset="0"/>
              </a:defRPr>
            </a:lvl3pPr>
            <a:lvl4pPr marL="1600200" indent="-228600">
              <a:defRPr>
                <a:solidFill>
                  <a:srgbClr val="535353"/>
                </a:solidFill>
                <a:latin typeface="Arial" panose="020B0604020202020204" pitchFamily="34" charset="0"/>
                <a:cs typeface="Arial" panose="020B0604020202020204" pitchFamily="34" charset="0"/>
                <a:sym typeface="Arial" panose="020B0604020202020204" pitchFamily="34" charset="0"/>
              </a:defRPr>
            </a:lvl4pPr>
            <a:lvl5pPr marL="2057400" indent="-228600">
              <a:defRPr>
                <a:solidFill>
                  <a:srgbClr val="535353"/>
                </a:solidFill>
                <a:latin typeface="Arial" panose="020B0604020202020204" pitchFamily="34" charset="0"/>
                <a:cs typeface="Arial" panose="020B0604020202020204" pitchFamily="34" charset="0"/>
                <a:sym typeface="Arial" panose="020B0604020202020204" pitchFamily="34" charset="0"/>
              </a:defRPr>
            </a:lvl5pPr>
            <a:lvl6pPr marL="2514600" indent="-228600" defTabSz="457200" eaLnBrk="0" fontAlgn="base" hangingPunct="0">
              <a:spcBef>
                <a:spcPct val="0"/>
              </a:spcBef>
              <a:spcAft>
                <a:spcPct val="0"/>
              </a:spcAft>
              <a:defRPr>
                <a:solidFill>
                  <a:srgbClr val="535353"/>
                </a:solidFill>
                <a:latin typeface="Arial" panose="020B0604020202020204" pitchFamily="34" charset="0"/>
                <a:cs typeface="Arial" panose="020B0604020202020204" pitchFamily="34" charset="0"/>
                <a:sym typeface="Arial" panose="020B0604020202020204" pitchFamily="34" charset="0"/>
              </a:defRPr>
            </a:lvl6pPr>
            <a:lvl7pPr marL="2971800" indent="-228600" defTabSz="457200" eaLnBrk="0" fontAlgn="base" hangingPunct="0">
              <a:spcBef>
                <a:spcPct val="0"/>
              </a:spcBef>
              <a:spcAft>
                <a:spcPct val="0"/>
              </a:spcAft>
              <a:defRPr>
                <a:solidFill>
                  <a:srgbClr val="535353"/>
                </a:solidFill>
                <a:latin typeface="Arial" panose="020B0604020202020204" pitchFamily="34" charset="0"/>
                <a:cs typeface="Arial" panose="020B0604020202020204" pitchFamily="34" charset="0"/>
                <a:sym typeface="Arial" panose="020B0604020202020204" pitchFamily="34" charset="0"/>
              </a:defRPr>
            </a:lvl7pPr>
            <a:lvl8pPr marL="3429000" indent="-228600" defTabSz="457200" eaLnBrk="0" fontAlgn="base" hangingPunct="0">
              <a:spcBef>
                <a:spcPct val="0"/>
              </a:spcBef>
              <a:spcAft>
                <a:spcPct val="0"/>
              </a:spcAft>
              <a:defRPr>
                <a:solidFill>
                  <a:srgbClr val="535353"/>
                </a:solidFill>
                <a:latin typeface="Arial" panose="020B0604020202020204" pitchFamily="34" charset="0"/>
                <a:cs typeface="Arial" panose="020B0604020202020204" pitchFamily="34" charset="0"/>
                <a:sym typeface="Arial" panose="020B0604020202020204" pitchFamily="34" charset="0"/>
              </a:defRPr>
            </a:lvl8pPr>
            <a:lvl9pPr marL="3886200" indent="-228600" defTabSz="457200" eaLnBrk="0" fontAlgn="base" hangingPunct="0">
              <a:spcBef>
                <a:spcPct val="0"/>
              </a:spcBef>
              <a:spcAft>
                <a:spcPct val="0"/>
              </a:spcAft>
              <a:defRPr>
                <a:solidFill>
                  <a:srgbClr val="535353"/>
                </a:solidFill>
                <a:latin typeface="Arial" panose="020B0604020202020204" pitchFamily="34" charset="0"/>
                <a:cs typeface="Arial" panose="020B0604020202020204" pitchFamily="34" charset="0"/>
                <a:sym typeface="Arial" panose="020B0604020202020204" pitchFamily="34" charset="0"/>
              </a:defRPr>
            </a:lvl9pPr>
          </a:lstStyle>
          <a:p>
            <a:pPr algn="r" eaLnBrk="1"/>
            <a:fld id="{764664F6-C129-4022-8AA1-B6904A510EFF}" type="slidenum">
              <a:rPr lang="es-ES_tradnl" altLang="es-ES" sz="1200">
                <a:solidFill>
                  <a:srgbClr val="FFFFFF"/>
                </a:solidFill>
              </a:rPr>
              <a:pPr algn="r" eaLnBrk="1"/>
              <a:t>4</a:t>
            </a:fld>
            <a:endParaRPr lang="es-ES_tradnl" altLang="es-ES">
              <a:solidFill>
                <a:srgbClr val="000000"/>
              </a:solidFill>
            </a:endParaRPr>
          </a:p>
        </p:txBody>
      </p:sp>
      <p:sp>
        <p:nvSpPr>
          <p:cNvPr id="8195" name="Rectangle 2">
            <a:extLst>
              <a:ext uri="{FF2B5EF4-FFF2-40B4-BE49-F238E27FC236}">
                <a16:creationId xmlns:a16="http://schemas.microsoft.com/office/drawing/2014/main" id="{7BDB8CFE-A636-0A1C-AF67-58A7662840B6}"/>
              </a:ext>
            </a:extLst>
          </p:cNvPr>
          <p:cNvSpPr>
            <a:spLocks/>
          </p:cNvSpPr>
          <p:nvPr/>
        </p:nvSpPr>
        <p:spPr bwMode="auto">
          <a:xfrm>
            <a:off x="446088" y="303213"/>
            <a:ext cx="5614987" cy="5238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0"/>
                <a:headEnd/>
                <a:tailEnd/>
              </a14:hiddenLine>
            </a:ext>
          </a:extLst>
        </p:spPr>
        <p:txBody>
          <a:bodyPr lIns="45720" rIns="45720">
            <a:spAutoFit/>
          </a:bodyPr>
          <a:lstStyle>
            <a:lvl1pPr>
              <a:defRPr>
                <a:solidFill>
                  <a:srgbClr val="535353"/>
                </a:solidFill>
                <a:latin typeface="Arial" panose="020B0604020202020204" pitchFamily="34" charset="0"/>
                <a:cs typeface="Arial" panose="020B0604020202020204" pitchFamily="34" charset="0"/>
                <a:sym typeface="Arial" panose="020B0604020202020204" pitchFamily="34" charset="0"/>
              </a:defRPr>
            </a:lvl1pPr>
            <a:lvl2pPr marL="37931725" indent="-37474525">
              <a:defRPr>
                <a:solidFill>
                  <a:srgbClr val="535353"/>
                </a:solidFill>
                <a:latin typeface="Arial" panose="020B0604020202020204" pitchFamily="34" charset="0"/>
                <a:cs typeface="Arial" panose="020B0604020202020204" pitchFamily="34" charset="0"/>
                <a:sym typeface="Arial" panose="020B0604020202020204" pitchFamily="34" charset="0"/>
              </a:defRPr>
            </a:lvl2pPr>
            <a:lvl3pPr marL="1143000" indent="-228600">
              <a:defRPr>
                <a:solidFill>
                  <a:srgbClr val="535353"/>
                </a:solidFill>
                <a:latin typeface="Arial" panose="020B0604020202020204" pitchFamily="34" charset="0"/>
                <a:cs typeface="Arial" panose="020B0604020202020204" pitchFamily="34" charset="0"/>
                <a:sym typeface="Arial" panose="020B0604020202020204" pitchFamily="34" charset="0"/>
              </a:defRPr>
            </a:lvl3pPr>
            <a:lvl4pPr marL="1600200" indent="-228600">
              <a:defRPr>
                <a:solidFill>
                  <a:srgbClr val="535353"/>
                </a:solidFill>
                <a:latin typeface="Arial" panose="020B0604020202020204" pitchFamily="34" charset="0"/>
                <a:cs typeface="Arial" panose="020B0604020202020204" pitchFamily="34" charset="0"/>
                <a:sym typeface="Arial" panose="020B0604020202020204" pitchFamily="34" charset="0"/>
              </a:defRPr>
            </a:lvl4pPr>
            <a:lvl5pPr marL="2057400" indent="-228600">
              <a:defRPr>
                <a:solidFill>
                  <a:srgbClr val="535353"/>
                </a:solidFill>
                <a:latin typeface="Arial" panose="020B0604020202020204" pitchFamily="34" charset="0"/>
                <a:cs typeface="Arial" panose="020B0604020202020204" pitchFamily="34" charset="0"/>
                <a:sym typeface="Arial" panose="020B0604020202020204" pitchFamily="34" charset="0"/>
              </a:defRPr>
            </a:lvl5pPr>
            <a:lvl6pPr marL="2514600" indent="-228600" defTabSz="457200" eaLnBrk="0" fontAlgn="base" hangingPunct="0">
              <a:spcBef>
                <a:spcPct val="0"/>
              </a:spcBef>
              <a:spcAft>
                <a:spcPct val="0"/>
              </a:spcAft>
              <a:defRPr>
                <a:solidFill>
                  <a:srgbClr val="535353"/>
                </a:solidFill>
                <a:latin typeface="Arial" panose="020B0604020202020204" pitchFamily="34" charset="0"/>
                <a:cs typeface="Arial" panose="020B0604020202020204" pitchFamily="34" charset="0"/>
                <a:sym typeface="Arial" panose="020B0604020202020204" pitchFamily="34" charset="0"/>
              </a:defRPr>
            </a:lvl6pPr>
            <a:lvl7pPr marL="2971800" indent="-228600" defTabSz="457200" eaLnBrk="0" fontAlgn="base" hangingPunct="0">
              <a:spcBef>
                <a:spcPct val="0"/>
              </a:spcBef>
              <a:spcAft>
                <a:spcPct val="0"/>
              </a:spcAft>
              <a:defRPr>
                <a:solidFill>
                  <a:srgbClr val="535353"/>
                </a:solidFill>
                <a:latin typeface="Arial" panose="020B0604020202020204" pitchFamily="34" charset="0"/>
                <a:cs typeface="Arial" panose="020B0604020202020204" pitchFamily="34" charset="0"/>
                <a:sym typeface="Arial" panose="020B0604020202020204" pitchFamily="34" charset="0"/>
              </a:defRPr>
            </a:lvl7pPr>
            <a:lvl8pPr marL="3429000" indent="-228600" defTabSz="457200" eaLnBrk="0" fontAlgn="base" hangingPunct="0">
              <a:spcBef>
                <a:spcPct val="0"/>
              </a:spcBef>
              <a:spcAft>
                <a:spcPct val="0"/>
              </a:spcAft>
              <a:defRPr>
                <a:solidFill>
                  <a:srgbClr val="535353"/>
                </a:solidFill>
                <a:latin typeface="Arial" panose="020B0604020202020204" pitchFamily="34" charset="0"/>
                <a:cs typeface="Arial" panose="020B0604020202020204" pitchFamily="34" charset="0"/>
                <a:sym typeface="Arial" panose="020B0604020202020204" pitchFamily="34" charset="0"/>
              </a:defRPr>
            </a:lvl8pPr>
            <a:lvl9pPr marL="3886200" indent="-228600" defTabSz="457200" eaLnBrk="0" fontAlgn="base" hangingPunct="0">
              <a:spcBef>
                <a:spcPct val="0"/>
              </a:spcBef>
              <a:spcAft>
                <a:spcPct val="0"/>
              </a:spcAft>
              <a:defRPr>
                <a:solidFill>
                  <a:srgbClr val="535353"/>
                </a:solidFill>
                <a:latin typeface="Arial" panose="020B0604020202020204" pitchFamily="34" charset="0"/>
                <a:cs typeface="Arial" panose="020B0604020202020204" pitchFamily="34" charset="0"/>
                <a:sym typeface="Arial" panose="020B0604020202020204" pitchFamily="34" charset="0"/>
              </a:defRPr>
            </a:lvl9pPr>
          </a:lstStyle>
          <a:p>
            <a:pPr eaLnBrk="1"/>
            <a:r>
              <a:rPr lang="es-ES_tradnl" altLang="es-ES" sz="2800" dirty="0">
                <a:solidFill>
                  <a:srgbClr val="0098CD"/>
                </a:solidFill>
                <a:latin typeface="Arial " charset="0"/>
                <a:sym typeface="Arial Narrow" panose="020B0606020202030204" pitchFamily="34" charset="0"/>
              </a:rPr>
              <a:t>Objetivos y Metodología</a:t>
            </a:r>
            <a:endParaRPr lang="es-ES_tradnl" altLang="es-ES" dirty="0">
              <a:solidFill>
                <a:srgbClr val="000000"/>
              </a:solidFill>
              <a:sym typeface="Arial Narrow" panose="020B0606020202030204" pitchFamily="34" charset="0"/>
            </a:endParaRPr>
          </a:p>
        </p:txBody>
      </p:sp>
      <p:sp>
        <p:nvSpPr>
          <p:cNvPr id="8196" name="Rectangle 3">
            <a:extLst>
              <a:ext uri="{FF2B5EF4-FFF2-40B4-BE49-F238E27FC236}">
                <a16:creationId xmlns:a16="http://schemas.microsoft.com/office/drawing/2014/main" id="{5900D477-6580-7AEE-ADC7-95DCCC9BF8A0}"/>
              </a:ext>
            </a:extLst>
          </p:cNvPr>
          <p:cNvSpPr>
            <a:spLocks/>
          </p:cNvSpPr>
          <p:nvPr/>
        </p:nvSpPr>
        <p:spPr bwMode="auto">
          <a:xfrm>
            <a:off x="179512" y="1001713"/>
            <a:ext cx="8784976" cy="230832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0"/>
                <a:headEnd/>
                <a:tailEnd/>
              </a14:hiddenLine>
            </a:ext>
          </a:extLst>
        </p:spPr>
        <p:txBody>
          <a:bodyPr wrap="square" lIns="45720" rIns="45720">
            <a:spAutoFit/>
          </a:bodyPr>
          <a:lstStyle>
            <a:lvl1pPr marL="228600" indent="-228600">
              <a:defRPr>
                <a:solidFill>
                  <a:srgbClr val="535353"/>
                </a:solidFill>
                <a:latin typeface="Arial" panose="020B0604020202020204" pitchFamily="34" charset="0"/>
                <a:cs typeface="Arial" panose="020B0604020202020204" pitchFamily="34" charset="0"/>
                <a:sym typeface="Arial" panose="020B0604020202020204" pitchFamily="34" charset="0"/>
              </a:defRPr>
            </a:lvl1pPr>
            <a:lvl2pPr marL="37931725" indent="-37474525">
              <a:defRPr>
                <a:solidFill>
                  <a:srgbClr val="535353"/>
                </a:solidFill>
                <a:latin typeface="Arial" panose="020B0604020202020204" pitchFamily="34" charset="0"/>
                <a:cs typeface="Arial" panose="020B0604020202020204" pitchFamily="34" charset="0"/>
                <a:sym typeface="Arial" panose="020B0604020202020204" pitchFamily="34" charset="0"/>
              </a:defRPr>
            </a:lvl2pPr>
            <a:lvl3pPr marL="1143000" indent="-228600">
              <a:defRPr>
                <a:solidFill>
                  <a:srgbClr val="535353"/>
                </a:solidFill>
                <a:latin typeface="Arial" panose="020B0604020202020204" pitchFamily="34" charset="0"/>
                <a:cs typeface="Arial" panose="020B0604020202020204" pitchFamily="34" charset="0"/>
                <a:sym typeface="Arial" panose="020B0604020202020204" pitchFamily="34" charset="0"/>
              </a:defRPr>
            </a:lvl3pPr>
            <a:lvl4pPr marL="1600200" indent="-228600">
              <a:defRPr>
                <a:solidFill>
                  <a:srgbClr val="535353"/>
                </a:solidFill>
                <a:latin typeface="Arial" panose="020B0604020202020204" pitchFamily="34" charset="0"/>
                <a:cs typeface="Arial" panose="020B0604020202020204" pitchFamily="34" charset="0"/>
                <a:sym typeface="Arial" panose="020B0604020202020204" pitchFamily="34" charset="0"/>
              </a:defRPr>
            </a:lvl4pPr>
            <a:lvl5pPr marL="2057400" indent="-228600">
              <a:defRPr>
                <a:solidFill>
                  <a:srgbClr val="535353"/>
                </a:solidFill>
                <a:latin typeface="Arial" panose="020B0604020202020204" pitchFamily="34" charset="0"/>
                <a:cs typeface="Arial" panose="020B0604020202020204" pitchFamily="34" charset="0"/>
                <a:sym typeface="Arial" panose="020B0604020202020204" pitchFamily="34" charset="0"/>
              </a:defRPr>
            </a:lvl5pPr>
            <a:lvl6pPr marL="2514600" indent="-228600" defTabSz="457200" eaLnBrk="0" fontAlgn="base" hangingPunct="0">
              <a:spcBef>
                <a:spcPct val="0"/>
              </a:spcBef>
              <a:spcAft>
                <a:spcPct val="0"/>
              </a:spcAft>
              <a:defRPr>
                <a:solidFill>
                  <a:srgbClr val="535353"/>
                </a:solidFill>
                <a:latin typeface="Arial" panose="020B0604020202020204" pitchFamily="34" charset="0"/>
                <a:cs typeface="Arial" panose="020B0604020202020204" pitchFamily="34" charset="0"/>
                <a:sym typeface="Arial" panose="020B0604020202020204" pitchFamily="34" charset="0"/>
              </a:defRPr>
            </a:lvl6pPr>
            <a:lvl7pPr marL="2971800" indent="-228600" defTabSz="457200" eaLnBrk="0" fontAlgn="base" hangingPunct="0">
              <a:spcBef>
                <a:spcPct val="0"/>
              </a:spcBef>
              <a:spcAft>
                <a:spcPct val="0"/>
              </a:spcAft>
              <a:defRPr>
                <a:solidFill>
                  <a:srgbClr val="535353"/>
                </a:solidFill>
                <a:latin typeface="Arial" panose="020B0604020202020204" pitchFamily="34" charset="0"/>
                <a:cs typeface="Arial" panose="020B0604020202020204" pitchFamily="34" charset="0"/>
                <a:sym typeface="Arial" panose="020B0604020202020204" pitchFamily="34" charset="0"/>
              </a:defRPr>
            </a:lvl7pPr>
            <a:lvl8pPr marL="3429000" indent="-228600" defTabSz="457200" eaLnBrk="0" fontAlgn="base" hangingPunct="0">
              <a:spcBef>
                <a:spcPct val="0"/>
              </a:spcBef>
              <a:spcAft>
                <a:spcPct val="0"/>
              </a:spcAft>
              <a:defRPr>
                <a:solidFill>
                  <a:srgbClr val="535353"/>
                </a:solidFill>
                <a:latin typeface="Arial" panose="020B0604020202020204" pitchFamily="34" charset="0"/>
                <a:cs typeface="Arial" panose="020B0604020202020204" pitchFamily="34" charset="0"/>
                <a:sym typeface="Arial" panose="020B0604020202020204" pitchFamily="34" charset="0"/>
              </a:defRPr>
            </a:lvl8pPr>
            <a:lvl9pPr marL="3886200" indent="-228600" defTabSz="457200" eaLnBrk="0" fontAlgn="base" hangingPunct="0">
              <a:spcBef>
                <a:spcPct val="0"/>
              </a:spcBef>
              <a:spcAft>
                <a:spcPct val="0"/>
              </a:spcAft>
              <a:defRPr>
                <a:solidFill>
                  <a:srgbClr val="535353"/>
                </a:solidFill>
                <a:latin typeface="Arial" panose="020B0604020202020204" pitchFamily="34" charset="0"/>
                <a:cs typeface="Arial" panose="020B0604020202020204" pitchFamily="34" charset="0"/>
                <a:sym typeface="Arial" panose="020B0604020202020204" pitchFamily="34" charset="0"/>
              </a:defRPr>
            </a:lvl9pPr>
          </a:lstStyle>
          <a:p>
            <a:pPr eaLnBrk="1">
              <a:buClr>
                <a:srgbClr val="0098CD"/>
              </a:buClr>
              <a:buSzPct val="50000"/>
              <a:buFont typeface="Arial Narrow" panose="020B0606020202030204" pitchFamily="34" charset="0"/>
              <a:buChar char="►"/>
            </a:pPr>
            <a:r>
              <a:rPr lang="es-ES" altLang="es-ES" dirty="0">
                <a:sym typeface="Arial Narrow" panose="020B0606020202030204" pitchFamily="34" charset="0"/>
              </a:rPr>
              <a:t>Objetivo Principal: Reducir costos operativos entre 5% y 10% manteniendo estándares biológicos NRC.</a:t>
            </a:r>
          </a:p>
          <a:p>
            <a:pPr marL="0" indent="0" eaLnBrk="1">
              <a:buClr>
                <a:srgbClr val="0098CD"/>
              </a:buClr>
              <a:buSzPct val="50000"/>
            </a:pPr>
            <a:endParaRPr lang="es-ES_tradnl" altLang="es-ES" dirty="0">
              <a:solidFill>
                <a:srgbClr val="0098CD"/>
              </a:solidFill>
              <a:sym typeface="Arial Narrow" panose="020B0606020202030204" pitchFamily="34" charset="0"/>
            </a:endParaRPr>
          </a:p>
          <a:p>
            <a:pPr eaLnBrk="1">
              <a:buClr>
                <a:srgbClr val="0098CD"/>
              </a:buClr>
              <a:buSzPct val="50000"/>
              <a:buFont typeface="Arial Narrow" panose="020B0606020202030204" pitchFamily="34" charset="0"/>
              <a:buChar char="►"/>
            </a:pPr>
            <a:r>
              <a:rPr lang="pt-BR" altLang="es-ES" dirty="0">
                <a:sym typeface="Arial Narrow" panose="020B0606020202030204" pitchFamily="34" charset="0"/>
              </a:rPr>
              <a:t>Objetivos Específicos: Motor matemático determinista (</a:t>
            </a:r>
            <a:r>
              <a:rPr lang="pt-BR" altLang="es-ES" dirty="0" err="1">
                <a:sym typeface="Arial Narrow" panose="020B0606020202030204" pitchFamily="34" charset="0"/>
              </a:rPr>
              <a:t>LinProg</a:t>
            </a:r>
            <a:r>
              <a:rPr lang="pt-BR" altLang="es-ES" dirty="0">
                <a:sym typeface="Arial Narrow" panose="020B0606020202030204" pitchFamily="34" charset="0"/>
              </a:rPr>
              <a:t>(</a:t>
            </a:r>
            <a:r>
              <a:rPr lang="pt-BR" altLang="es-ES" dirty="0" err="1">
                <a:sym typeface="Arial Narrow" panose="020B0606020202030204" pitchFamily="34" charset="0"/>
              </a:rPr>
              <a:t>HiGHS</a:t>
            </a:r>
            <a:r>
              <a:rPr lang="pt-BR" altLang="es-ES" dirty="0">
                <a:sym typeface="Arial Narrow" panose="020B0606020202030204" pitchFamily="34" charset="0"/>
              </a:rPr>
              <a:t>)) e Interfaz de IA (RAG) en Arquitectura Hexagonal.</a:t>
            </a:r>
          </a:p>
          <a:p>
            <a:pPr eaLnBrk="1">
              <a:buClr>
                <a:srgbClr val="0098CD"/>
              </a:buClr>
              <a:buSzPct val="50000"/>
              <a:buFont typeface="Arial Narrow" panose="020B0606020202030204" pitchFamily="34" charset="0"/>
              <a:buChar char="►"/>
            </a:pPr>
            <a:endParaRPr lang="pt-BR" altLang="es-ES" dirty="0">
              <a:sym typeface="Arial Narrow" panose="020B0606020202030204" pitchFamily="34" charset="0"/>
            </a:endParaRPr>
          </a:p>
          <a:p>
            <a:pPr eaLnBrk="1">
              <a:buClr>
                <a:srgbClr val="0098CD"/>
              </a:buClr>
              <a:buSzPct val="50000"/>
              <a:buFont typeface="Arial Narrow" panose="020B0606020202030204" pitchFamily="34" charset="0"/>
              <a:buChar char="►"/>
            </a:pPr>
            <a:r>
              <a:rPr lang="es-ES" altLang="es-ES" dirty="0">
                <a:sym typeface="Arial Narrow" panose="020B0606020202030204" pitchFamily="34" charset="0"/>
              </a:rPr>
              <a:t>Metodología: Gestión con SCRUM (7 </a:t>
            </a:r>
            <a:r>
              <a:rPr lang="es-ES" altLang="es-ES" dirty="0" err="1">
                <a:sym typeface="Arial Narrow" panose="020B0606020202030204" pitchFamily="34" charset="0"/>
              </a:rPr>
              <a:t>Sprints</a:t>
            </a:r>
            <a:r>
              <a:rPr lang="es-ES" altLang="es-ES" dirty="0">
                <a:sym typeface="Arial Narrow" panose="020B0606020202030204" pitchFamily="34" charset="0"/>
              </a:rPr>
              <a:t>) y métricas LEAN Startup (Construir-Medir-Aprender).</a:t>
            </a:r>
            <a:endParaRPr lang="es-ES_tradnl" altLang="es-ES" dirty="0">
              <a:sym typeface="Arial Narrow" panose="020B0606020202030204" pitchFamily="34" charset="0"/>
            </a:endParaRPr>
          </a:p>
        </p:txBody>
      </p:sp>
      <p:sp>
        <p:nvSpPr>
          <p:cNvPr id="8197" name="Marcador de número de diapositiva 1">
            <a:extLst>
              <a:ext uri="{FF2B5EF4-FFF2-40B4-BE49-F238E27FC236}">
                <a16:creationId xmlns:a16="http://schemas.microsoft.com/office/drawing/2014/main" id="{9C845B5E-AE98-CC28-8628-AF21544B57E0}"/>
              </a:ext>
            </a:extLst>
          </p:cNvPr>
          <p:cNvSpPr>
            <a:spLocks noGrp="1"/>
          </p:cNvSpPr>
          <p:nvPr>
            <p:ph type="sldNum" sz="quarter" idx="10"/>
          </p:nvPr>
        </p:nvSpPr>
        <p:spPr>
          <a:noFill/>
          <a:ln w="9525"/>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0"/>
                <a:headEnd/>
                <a:tailEnd/>
              </a14:hiddenLine>
            </a:ext>
          </a:extLst>
        </p:spPr>
        <p:txBody>
          <a:bodyPr/>
          <a:lstStyle>
            <a:lvl1pPr>
              <a:defRPr>
                <a:solidFill>
                  <a:srgbClr val="535353"/>
                </a:solidFill>
                <a:latin typeface="Arial" panose="020B0604020202020204" pitchFamily="34" charset="0"/>
                <a:cs typeface="Arial" panose="020B0604020202020204" pitchFamily="34" charset="0"/>
                <a:sym typeface="Arial" panose="020B0604020202020204" pitchFamily="34" charset="0"/>
              </a:defRPr>
            </a:lvl1pPr>
            <a:lvl2pPr marL="742950" indent="-285750">
              <a:defRPr>
                <a:solidFill>
                  <a:srgbClr val="535353"/>
                </a:solidFill>
                <a:latin typeface="Arial" panose="020B0604020202020204" pitchFamily="34" charset="0"/>
                <a:cs typeface="Arial" panose="020B0604020202020204" pitchFamily="34" charset="0"/>
                <a:sym typeface="Arial" panose="020B0604020202020204" pitchFamily="34" charset="0"/>
              </a:defRPr>
            </a:lvl2pPr>
            <a:lvl3pPr marL="1143000" indent="-228600">
              <a:defRPr>
                <a:solidFill>
                  <a:srgbClr val="535353"/>
                </a:solidFill>
                <a:latin typeface="Arial" panose="020B0604020202020204" pitchFamily="34" charset="0"/>
                <a:cs typeface="Arial" panose="020B0604020202020204" pitchFamily="34" charset="0"/>
                <a:sym typeface="Arial" panose="020B0604020202020204" pitchFamily="34" charset="0"/>
              </a:defRPr>
            </a:lvl3pPr>
            <a:lvl4pPr marL="1600200" indent="-228600">
              <a:defRPr>
                <a:solidFill>
                  <a:srgbClr val="535353"/>
                </a:solidFill>
                <a:latin typeface="Arial" panose="020B0604020202020204" pitchFamily="34" charset="0"/>
                <a:cs typeface="Arial" panose="020B0604020202020204" pitchFamily="34" charset="0"/>
                <a:sym typeface="Arial" panose="020B0604020202020204" pitchFamily="34" charset="0"/>
              </a:defRPr>
            </a:lvl4pPr>
            <a:lvl5pPr marL="2057400" indent="-228600">
              <a:defRPr>
                <a:solidFill>
                  <a:srgbClr val="535353"/>
                </a:solidFill>
                <a:latin typeface="Arial" panose="020B0604020202020204" pitchFamily="34" charset="0"/>
                <a:cs typeface="Arial" panose="020B0604020202020204" pitchFamily="34" charset="0"/>
                <a:sym typeface="Arial" panose="020B0604020202020204" pitchFamily="34" charset="0"/>
              </a:defRPr>
            </a:lvl5pPr>
            <a:lvl6pPr marL="2514600" indent="-228600" defTabSz="457200" eaLnBrk="0" fontAlgn="base" hangingPunct="0">
              <a:spcBef>
                <a:spcPct val="0"/>
              </a:spcBef>
              <a:spcAft>
                <a:spcPct val="0"/>
              </a:spcAft>
              <a:defRPr>
                <a:solidFill>
                  <a:srgbClr val="535353"/>
                </a:solidFill>
                <a:latin typeface="Arial" panose="020B0604020202020204" pitchFamily="34" charset="0"/>
                <a:cs typeface="Arial" panose="020B0604020202020204" pitchFamily="34" charset="0"/>
                <a:sym typeface="Arial" panose="020B0604020202020204" pitchFamily="34" charset="0"/>
              </a:defRPr>
            </a:lvl6pPr>
            <a:lvl7pPr marL="2971800" indent="-228600" defTabSz="457200" eaLnBrk="0" fontAlgn="base" hangingPunct="0">
              <a:spcBef>
                <a:spcPct val="0"/>
              </a:spcBef>
              <a:spcAft>
                <a:spcPct val="0"/>
              </a:spcAft>
              <a:defRPr>
                <a:solidFill>
                  <a:srgbClr val="535353"/>
                </a:solidFill>
                <a:latin typeface="Arial" panose="020B0604020202020204" pitchFamily="34" charset="0"/>
                <a:cs typeface="Arial" panose="020B0604020202020204" pitchFamily="34" charset="0"/>
                <a:sym typeface="Arial" panose="020B0604020202020204" pitchFamily="34" charset="0"/>
              </a:defRPr>
            </a:lvl7pPr>
            <a:lvl8pPr marL="3429000" indent="-228600" defTabSz="457200" eaLnBrk="0" fontAlgn="base" hangingPunct="0">
              <a:spcBef>
                <a:spcPct val="0"/>
              </a:spcBef>
              <a:spcAft>
                <a:spcPct val="0"/>
              </a:spcAft>
              <a:defRPr>
                <a:solidFill>
                  <a:srgbClr val="535353"/>
                </a:solidFill>
                <a:latin typeface="Arial" panose="020B0604020202020204" pitchFamily="34" charset="0"/>
                <a:cs typeface="Arial" panose="020B0604020202020204" pitchFamily="34" charset="0"/>
                <a:sym typeface="Arial" panose="020B0604020202020204" pitchFamily="34" charset="0"/>
              </a:defRPr>
            </a:lvl8pPr>
            <a:lvl9pPr marL="3886200" indent="-228600" defTabSz="457200" eaLnBrk="0" fontAlgn="base" hangingPunct="0">
              <a:spcBef>
                <a:spcPct val="0"/>
              </a:spcBef>
              <a:spcAft>
                <a:spcPct val="0"/>
              </a:spcAft>
              <a:defRPr>
                <a:solidFill>
                  <a:srgbClr val="535353"/>
                </a:solidFill>
                <a:latin typeface="Arial" panose="020B0604020202020204" pitchFamily="34" charset="0"/>
                <a:cs typeface="Arial" panose="020B0604020202020204" pitchFamily="34" charset="0"/>
                <a:sym typeface="Arial" panose="020B0604020202020204" pitchFamily="34" charset="0"/>
              </a:defRPr>
            </a:lvl9pPr>
          </a:lstStyle>
          <a:p>
            <a:fld id="{7A1708ED-1102-4D17-AF32-80B5C386E2B7}" type="slidenum">
              <a:rPr lang="es-ES_tradnl" altLang="es-ES">
                <a:solidFill>
                  <a:srgbClr val="FFFFFF"/>
                </a:solidFill>
              </a:rPr>
              <a:pPr/>
              <a:t>4</a:t>
            </a:fld>
            <a:endParaRPr lang="es-ES_tradnl" altLang="es-ES">
              <a:solidFill>
                <a:srgbClr val="FFFFFF"/>
              </a:solidFill>
            </a:endParaRPr>
          </a:p>
        </p:txBody>
      </p:sp>
      <p:pic>
        <p:nvPicPr>
          <p:cNvPr id="4" name="Picture 3">
            <a:extLst>
              <a:ext uri="{FF2B5EF4-FFF2-40B4-BE49-F238E27FC236}">
                <a16:creationId xmlns:a16="http://schemas.microsoft.com/office/drawing/2014/main" id="{54BFFAC3-1002-1B9F-703E-97091B67C0DE}"/>
              </a:ext>
            </a:extLst>
          </p:cNvPr>
          <p:cNvPicPr>
            <a:picLocks noChangeAspect="1"/>
          </p:cNvPicPr>
          <p:nvPr/>
        </p:nvPicPr>
        <p:blipFill>
          <a:blip r:embed="rId3">
            <a:extLst>
              <a:ext uri="{BEBA8EAE-BF5A-486C-A8C5-ECC9F3942E4B}">
                <a14:imgProps xmlns:a14="http://schemas.microsoft.com/office/drawing/2010/main">
                  <a14:imgLayer r:embed="rId4">
                    <a14:imgEffect>
                      <a14:backgroundRemoval t="4342" b="90000" l="10000" r="90000">
                        <a14:foregroundMark x1="32262" y1="6974" x2="68095" y2="7763"/>
                        <a14:foregroundMark x1="33333" y1="4079" x2="46190" y2="7105"/>
                        <a14:foregroundMark x1="46190" y1="7105" x2="65476" y2="6184"/>
                        <a14:foregroundMark x1="63214" y1="4342" x2="57262" y2="5658"/>
                        <a14:foregroundMark x1="40476" y1="51184" x2="49762" y2="51842"/>
                        <a14:foregroundMark x1="49762" y1="51842" x2="52619" y2="58684"/>
                        <a14:foregroundMark x1="55238" y1="57763" x2="38452" y2="56711"/>
                        <a14:foregroundMark x1="43214" y1="52368" x2="55595" y2="52368"/>
                      </a14:backgroundRemoval>
                    </a14:imgEffect>
                  </a14:imgLayer>
                </a14:imgProps>
              </a:ext>
            </a:extLst>
          </a:blip>
          <a:stretch>
            <a:fillRect/>
          </a:stretch>
        </p:blipFill>
        <p:spPr>
          <a:xfrm>
            <a:off x="385762" y="3209594"/>
            <a:ext cx="4032448" cy="3648406"/>
          </a:xfrm>
          <a:prstGeom prst="rect">
            <a:avLst/>
          </a:prstGeom>
        </p:spPr>
      </p:pic>
      <p:pic>
        <p:nvPicPr>
          <p:cNvPr id="5" name="Picture 4">
            <a:extLst>
              <a:ext uri="{FF2B5EF4-FFF2-40B4-BE49-F238E27FC236}">
                <a16:creationId xmlns:a16="http://schemas.microsoft.com/office/drawing/2014/main" id="{2D020D28-9EFE-40A8-648A-E4B0FF31ED23}"/>
              </a:ext>
            </a:extLst>
          </p:cNvPr>
          <p:cNvPicPr>
            <a:picLocks noChangeAspect="1"/>
          </p:cNvPicPr>
          <p:nvPr/>
        </p:nvPicPr>
        <p:blipFill>
          <a:blip r:embed="rId5"/>
          <a:stretch>
            <a:fillRect/>
          </a:stretch>
        </p:blipFill>
        <p:spPr>
          <a:xfrm>
            <a:off x="5251475" y="3140968"/>
            <a:ext cx="2879748" cy="3218542"/>
          </a:xfrm>
          <a:prstGeom prst="rect">
            <a:avLst/>
          </a:prstGeom>
        </p:spPr>
      </p:pic>
    </p:spTree>
  </p:cSld>
  <p:clrMapOvr>
    <a:masterClrMapping/>
  </p:clrMapOvr>
  <p:transition spd="me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218" name="Rectangle 1">
            <a:extLst>
              <a:ext uri="{FF2B5EF4-FFF2-40B4-BE49-F238E27FC236}">
                <a16:creationId xmlns:a16="http://schemas.microsoft.com/office/drawing/2014/main" id="{14C79CC2-D63D-455C-8943-DC2C7ECDFB16}"/>
              </a:ext>
            </a:extLst>
          </p:cNvPr>
          <p:cNvSpPr>
            <a:spLocks/>
          </p:cNvSpPr>
          <p:nvPr/>
        </p:nvSpPr>
        <p:spPr bwMode="auto">
          <a:xfrm>
            <a:off x="8485188" y="6559550"/>
            <a:ext cx="273050" cy="1730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0"/>
                <a:headEnd/>
                <a:tailEnd/>
              </a14:hiddenLine>
            </a:ext>
          </a:extLst>
        </p:spPr>
        <p:txBody>
          <a:bodyPr lIns="0" tIns="0" rIns="0" bIns="0">
            <a:spAutoFit/>
          </a:bodyPr>
          <a:lstStyle>
            <a:lvl1pPr>
              <a:defRPr>
                <a:solidFill>
                  <a:srgbClr val="535353"/>
                </a:solidFill>
                <a:latin typeface="Arial" panose="020B0604020202020204" pitchFamily="34" charset="0"/>
                <a:cs typeface="Arial" panose="020B0604020202020204" pitchFamily="34" charset="0"/>
                <a:sym typeface="Arial" panose="020B0604020202020204" pitchFamily="34" charset="0"/>
              </a:defRPr>
            </a:lvl1pPr>
            <a:lvl2pPr marL="37931725" indent="-37474525">
              <a:defRPr>
                <a:solidFill>
                  <a:srgbClr val="535353"/>
                </a:solidFill>
                <a:latin typeface="Arial" panose="020B0604020202020204" pitchFamily="34" charset="0"/>
                <a:cs typeface="Arial" panose="020B0604020202020204" pitchFamily="34" charset="0"/>
                <a:sym typeface="Arial" panose="020B0604020202020204" pitchFamily="34" charset="0"/>
              </a:defRPr>
            </a:lvl2pPr>
            <a:lvl3pPr marL="1143000" indent="-228600">
              <a:defRPr>
                <a:solidFill>
                  <a:srgbClr val="535353"/>
                </a:solidFill>
                <a:latin typeface="Arial" panose="020B0604020202020204" pitchFamily="34" charset="0"/>
                <a:cs typeface="Arial" panose="020B0604020202020204" pitchFamily="34" charset="0"/>
                <a:sym typeface="Arial" panose="020B0604020202020204" pitchFamily="34" charset="0"/>
              </a:defRPr>
            </a:lvl3pPr>
            <a:lvl4pPr marL="1600200" indent="-228600">
              <a:defRPr>
                <a:solidFill>
                  <a:srgbClr val="535353"/>
                </a:solidFill>
                <a:latin typeface="Arial" panose="020B0604020202020204" pitchFamily="34" charset="0"/>
                <a:cs typeface="Arial" panose="020B0604020202020204" pitchFamily="34" charset="0"/>
                <a:sym typeface="Arial" panose="020B0604020202020204" pitchFamily="34" charset="0"/>
              </a:defRPr>
            </a:lvl4pPr>
            <a:lvl5pPr marL="2057400" indent="-228600">
              <a:defRPr>
                <a:solidFill>
                  <a:srgbClr val="535353"/>
                </a:solidFill>
                <a:latin typeface="Arial" panose="020B0604020202020204" pitchFamily="34" charset="0"/>
                <a:cs typeface="Arial" panose="020B0604020202020204" pitchFamily="34" charset="0"/>
                <a:sym typeface="Arial" panose="020B0604020202020204" pitchFamily="34" charset="0"/>
              </a:defRPr>
            </a:lvl5pPr>
            <a:lvl6pPr marL="2514600" indent="-228600" defTabSz="457200" eaLnBrk="0" fontAlgn="base" hangingPunct="0">
              <a:spcBef>
                <a:spcPct val="0"/>
              </a:spcBef>
              <a:spcAft>
                <a:spcPct val="0"/>
              </a:spcAft>
              <a:defRPr>
                <a:solidFill>
                  <a:srgbClr val="535353"/>
                </a:solidFill>
                <a:latin typeface="Arial" panose="020B0604020202020204" pitchFamily="34" charset="0"/>
                <a:cs typeface="Arial" panose="020B0604020202020204" pitchFamily="34" charset="0"/>
                <a:sym typeface="Arial" panose="020B0604020202020204" pitchFamily="34" charset="0"/>
              </a:defRPr>
            </a:lvl6pPr>
            <a:lvl7pPr marL="2971800" indent="-228600" defTabSz="457200" eaLnBrk="0" fontAlgn="base" hangingPunct="0">
              <a:spcBef>
                <a:spcPct val="0"/>
              </a:spcBef>
              <a:spcAft>
                <a:spcPct val="0"/>
              </a:spcAft>
              <a:defRPr>
                <a:solidFill>
                  <a:srgbClr val="535353"/>
                </a:solidFill>
                <a:latin typeface="Arial" panose="020B0604020202020204" pitchFamily="34" charset="0"/>
                <a:cs typeface="Arial" panose="020B0604020202020204" pitchFamily="34" charset="0"/>
                <a:sym typeface="Arial" panose="020B0604020202020204" pitchFamily="34" charset="0"/>
              </a:defRPr>
            </a:lvl7pPr>
            <a:lvl8pPr marL="3429000" indent="-228600" defTabSz="457200" eaLnBrk="0" fontAlgn="base" hangingPunct="0">
              <a:spcBef>
                <a:spcPct val="0"/>
              </a:spcBef>
              <a:spcAft>
                <a:spcPct val="0"/>
              </a:spcAft>
              <a:defRPr>
                <a:solidFill>
                  <a:srgbClr val="535353"/>
                </a:solidFill>
                <a:latin typeface="Arial" panose="020B0604020202020204" pitchFamily="34" charset="0"/>
                <a:cs typeface="Arial" panose="020B0604020202020204" pitchFamily="34" charset="0"/>
                <a:sym typeface="Arial" panose="020B0604020202020204" pitchFamily="34" charset="0"/>
              </a:defRPr>
            </a:lvl8pPr>
            <a:lvl9pPr marL="3886200" indent="-228600" defTabSz="457200" eaLnBrk="0" fontAlgn="base" hangingPunct="0">
              <a:spcBef>
                <a:spcPct val="0"/>
              </a:spcBef>
              <a:spcAft>
                <a:spcPct val="0"/>
              </a:spcAft>
              <a:defRPr>
                <a:solidFill>
                  <a:srgbClr val="535353"/>
                </a:solidFill>
                <a:latin typeface="Arial" panose="020B0604020202020204" pitchFamily="34" charset="0"/>
                <a:cs typeface="Arial" panose="020B0604020202020204" pitchFamily="34" charset="0"/>
                <a:sym typeface="Arial" panose="020B0604020202020204" pitchFamily="34" charset="0"/>
              </a:defRPr>
            </a:lvl9pPr>
          </a:lstStyle>
          <a:p>
            <a:pPr algn="r" eaLnBrk="1"/>
            <a:fld id="{9F1CC0D0-3C68-4580-9284-6730E02FF79F}" type="slidenum">
              <a:rPr lang="es-ES_tradnl" altLang="es-ES" sz="1200">
                <a:solidFill>
                  <a:srgbClr val="FFFFFF"/>
                </a:solidFill>
              </a:rPr>
              <a:pPr algn="r" eaLnBrk="1"/>
              <a:t>5</a:t>
            </a:fld>
            <a:endParaRPr lang="es-ES_tradnl" altLang="es-ES">
              <a:solidFill>
                <a:srgbClr val="000000"/>
              </a:solidFill>
            </a:endParaRPr>
          </a:p>
        </p:txBody>
      </p:sp>
      <p:sp>
        <p:nvSpPr>
          <p:cNvPr id="9219" name="Rectangle 2">
            <a:extLst>
              <a:ext uri="{FF2B5EF4-FFF2-40B4-BE49-F238E27FC236}">
                <a16:creationId xmlns:a16="http://schemas.microsoft.com/office/drawing/2014/main" id="{3F1E56B4-0CAD-5873-72C6-E391A6323B22}"/>
              </a:ext>
            </a:extLst>
          </p:cNvPr>
          <p:cNvSpPr>
            <a:spLocks/>
          </p:cNvSpPr>
          <p:nvPr/>
        </p:nvSpPr>
        <p:spPr bwMode="auto">
          <a:xfrm>
            <a:off x="446088" y="303213"/>
            <a:ext cx="5614987" cy="123110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0"/>
                <a:headEnd/>
                <a:tailEnd/>
              </a14:hiddenLine>
            </a:ext>
          </a:extLst>
        </p:spPr>
        <p:txBody>
          <a:bodyPr lIns="45720" rIns="45720">
            <a:spAutoFit/>
          </a:bodyPr>
          <a:lstStyle>
            <a:lvl1pPr>
              <a:defRPr>
                <a:solidFill>
                  <a:srgbClr val="535353"/>
                </a:solidFill>
                <a:latin typeface="Arial" panose="020B0604020202020204" pitchFamily="34" charset="0"/>
                <a:cs typeface="Arial" panose="020B0604020202020204" pitchFamily="34" charset="0"/>
                <a:sym typeface="Arial" panose="020B0604020202020204" pitchFamily="34" charset="0"/>
              </a:defRPr>
            </a:lvl1pPr>
            <a:lvl2pPr marL="37931725" indent="-37474525">
              <a:defRPr>
                <a:solidFill>
                  <a:srgbClr val="535353"/>
                </a:solidFill>
                <a:latin typeface="Arial" panose="020B0604020202020204" pitchFamily="34" charset="0"/>
                <a:cs typeface="Arial" panose="020B0604020202020204" pitchFamily="34" charset="0"/>
                <a:sym typeface="Arial" panose="020B0604020202020204" pitchFamily="34" charset="0"/>
              </a:defRPr>
            </a:lvl2pPr>
            <a:lvl3pPr marL="1143000" indent="-228600">
              <a:defRPr>
                <a:solidFill>
                  <a:srgbClr val="535353"/>
                </a:solidFill>
                <a:latin typeface="Arial" panose="020B0604020202020204" pitchFamily="34" charset="0"/>
                <a:cs typeface="Arial" panose="020B0604020202020204" pitchFamily="34" charset="0"/>
                <a:sym typeface="Arial" panose="020B0604020202020204" pitchFamily="34" charset="0"/>
              </a:defRPr>
            </a:lvl3pPr>
            <a:lvl4pPr marL="1600200" indent="-228600">
              <a:defRPr>
                <a:solidFill>
                  <a:srgbClr val="535353"/>
                </a:solidFill>
                <a:latin typeface="Arial" panose="020B0604020202020204" pitchFamily="34" charset="0"/>
                <a:cs typeface="Arial" panose="020B0604020202020204" pitchFamily="34" charset="0"/>
                <a:sym typeface="Arial" panose="020B0604020202020204" pitchFamily="34" charset="0"/>
              </a:defRPr>
            </a:lvl4pPr>
            <a:lvl5pPr marL="2057400" indent="-228600">
              <a:defRPr>
                <a:solidFill>
                  <a:srgbClr val="535353"/>
                </a:solidFill>
                <a:latin typeface="Arial" panose="020B0604020202020204" pitchFamily="34" charset="0"/>
                <a:cs typeface="Arial" panose="020B0604020202020204" pitchFamily="34" charset="0"/>
                <a:sym typeface="Arial" panose="020B0604020202020204" pitchFamily="34" charset="0"/>
              </a:defRPr>
            </a:lvl5pPr>
            <a:lvl6pPr marL="2514600" indent="-228600" defTabSz="457200" eaLnBrk="0" fontAlgn="base" hangingPunct="0">
              <a:spcBef>
                <a:spcPct val="0"/>
              </a:spcBef>
              <a:spcAft>
                <a:spcPct val="0"/>
              </a:spcAft>
              <a:defRPr>
                <a:solidFill>
                  <a:srgbClr val="535353"/>
                </a:solidFill>
                <a:latin typeface="Arial" panose="020B0604020202020204" pitchFamily="34" charset="0"/>
                <a:cs typeface="Arial" panose="020B0604020202020204" pitchFamily="34" charset="0"/>
                <a:sym typeface="Arial" panose="020B0604020202020204" pitchFamily="34" charset="0"/>
              </a:defRPr>
            </a:lvl6pPr>
            <a:lvl7pPr marL="2971800" indent="-228600" defTabSz="457200" eaLnBrk="0" fontAlgn="base" hangingPunct="0">
              <a:spcBef>
                <a:spcPct val="0"/>
              </a:spcBef>
              <a:spcAft>
                <a:spcPct val="0"/>
              </a:spcAft>
              <a:defRPr>
                <a:solidFill>
                  <a:srgbClr val="535353"/>
                </a:solidFill>
                <a:latin typeface="Arial" panose="020B0604020202020204" pitchFamily="34" charset="0"/>
                <a:cs typeface="Arial" panose="020B0604020202020204" pitchFamily="34" charset="0"/>
                <a:sym typeface="Arial" panose="020B0604020202020204" pitchFamily="34" charset="0"/>
              </a:defRPr>
            </a:lvl7pPr>
            <a:lvl8pPr marL="3429000" indent="-228600" defTabSz="457200" eaLnBrk="0" fontAlgn="base" hangingPunct="0">
              <a:spcBef>
                <a:spcPct val="0"/>
              </a:spcBef>
              <a:spcAft>
                <a:spcPct val="0"/>
              </a:spcAft>
              <a:defRPr>
                <a:solidFill>
                  <a:srgbClr val="535353"/>
                </a:solidFill>
                <a:latin typeface="Arial" panose="020B0604020202020204" pitchFamily="34" charset="0"/>
                <a:cs typeface="Arial" panose="020B0604020202020204" pitchFamily="34" charset="0"/>
                <a:sym typeface="Arial" panose="020B0604020202020204" pitchFamily="34" charset="0"/>
              </a:defRPr>
            </a:lvl8pPr>
            <a:lvl9pPr marL="3886200" indent="-228600" defTabSz="457200" eaLnBrk="0" fontAlgn="base" hangingPunct="0">
              <a:spcBef>
                <a:spcPct val="0"/>
              </a:spcBef>
              <a:spcAft>
                <a:spcPct val="0"/>
              </a:spcAft>
              <a:defRPr>
                <a:solidFill>
                  <a:srgbClr val="535353"/>
                </a:solidFill>
                <a:latin typeface="Arial" panose="020B0604020202020204" pitchFamily="34" charset="0"/>
                <a:cs typeface="Arial" panose="020B0604020202020204" pitchFamily="34" charset="0"/>
                <a:sym typeface="Arial" panose="020B0604020202020204" pitchFamily="34" charset="0"/>
              </a:defRPr>
            </a:lvl9pPr>
          </a:lstStyle>
          <a:p>
            <a:pPr eaLnBrk="1"/>
            <a:r>
              <a:rPr lang="es-ES" altLang="es-ES" sz="2800" dirty="0">
                <a:solidFill>
                  <a:srgbClr val="0098CD"/>
                </a:solidFill>
                <a:latin typeface="Arial " charset="0"/>
                <a:sym typeface="Arial Narrow" panose="020B0606020202030204" pitchFamily="34" charset="0"/>
              </a:rPr>
              <a:t>Desarrollo de la Propuesta: Arquitectura</a:t>
            </a:r>
          </a:p>
          <a:p>
            <a:pPr eaLnBrk="1"/>
            <a:endParaRPr lang="es-ES_tradnl" altLang="es-ES" dirty="0">
              <a:solidFill>
                <a:srgbClr val="000000"/>
              </a:solidFill>
              <a:sym typeface="Arial Narrow" panose="020B0606020202030204" pitchFamily="34" charset="0"/>
            </a:endParaRPr>
          </a:p>
        </p:txBody>
      </p:sp>
      <p:sp>
        <p:nvSpPr>
          <p:cNvPr id="9221" name="Marcador de número de diapositiva 1">
            <a:extLst>
              <a:ext uri="{FF2B5EF4-FFF2-40B4-BE49-F238E27FC236}">
                <a16:creationId xmlns:a16="http://schemas.microsoft.com/office/drawing/2014/main" id="{FD083962-6E9B-9AAF-46D7-A6F31681DE3C}"/>
              </a:ext>
            </a:extLst>
          </p:cNvPr>
          <p:cNvSpPr>
            <a:spLocks noGrp="1"/>
          </p:cNvSpPr>
          <p:nvPr>
            <p:ph type="sldNum" sz="quarter" idx="10"/>
          </p:nvPr>
        </p:nvSpPr>
        <p:spPr>
          <a:noFill/>
          <a:ln w="9525"/>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0"/>
                <a:headEnd/>
                <a:tailEnd/>
              </a14:hiddenLine>
            </a:ext>
          </a:extLst>
        </p:spPr>
        <p:txBody>
          <a:bodyPr/>
          <a:lstStyle>
            <a:lvl1pPr>
              <a:defRPr>
                <a:solidFill>
                  <a:srgbClr val="535353"/>
                </a:solidFill>
                <a:latin typeface="Arial" panose="020B0604020202020204" pitchFamily="34" charset="0"/>
                <a:cs typeface="Arial" panose="020B0604020202020204" pitchFamily="34" charset="0"/>
                <a:sym typeface="Arial" panose="020B0604020202020204" pitchFamily="34" charset="0"/>
              </a:defRPr>
            </a:lvl1pPr>
            <a:lvl2pPr marL="742950" indent="-285750">
              <a:defRPr>
                <a:solidFill>
                  <a:srgbClr val="535353"/>
                </a:solidFill>
                <a:latin typeface="Arial" panose="020B0604020202020204" pitchFamily="34" charset="0"/>
                <a:cs typeface="Arial" panose="020B0604020202020204" pitchFamily="34" charset="0"/>
                <a:sym typeface="Arial" panose="020B0604020202020204" pitchFamily="34" charset="0"/>
              </a:defRPr>
            </a:lvl2pPr>
            <a:lvl3pPr marL="1143000" indent="-228600">
              <a:defRPr>
                <a:solidFill>
                  <a:srgbClr val="535353"/>
                </a:solidFill>
                <a:latin typeface="Arial" panose="020B0604020202020204" pitchFamily="34" charset="0"/>
                <a:cs typeface="Arial" panose="020B0604020202020204" pitchFamily="34" charset="0"/>
                <a:sym typeface="Arial" panose="020B0604020202020204" pitchFamily="34" charset="0"/>
              </a:defRPr>
            </a:lvl3pPr>
            <a:lvl4pPr marL="1600200" indent="-228600">
              <a:defRPr>
                <a:solidFill>
                  <a:srgbClr val="535353"/>
                </a:solidFill>
                <a:latin typeface="Arial" panose="020B0604020202020204" pitchFamily="34" charset="0"/>
                <a:cs typeface="Arial" panose="020B0604020202020204" pitchFamily="34" charset="0"/>
                <a:sym typeface="Arial" panose="020B0604020202020204" pitchFamily="34" charset="0"/>
              </a:defRPr>
            </a:lvl4pPr>
            <a:lvl5pPr marL="2057400" indent="-228600">
              <a:defRPr>
                <a:solidFill>
                  <a:srgbClr val="535353"/>
                </a:solidFill>
                <a:latin typeface="Arial" panose="020B0604020202020204" pitchFamily="34" charset="0"/>
                <a:cs typeface="Arial" panose="020B0604020202020204" pitchFamily="34" charset="0"/>
                <a:sym typeface="Arial" panose="020B0604020202020204" pitchFamily="34" charset="0"/>
              </a:defRPr>
            </a:lvl5pPr>
            <a:lvl6pPr marL="2514600" indent="-228600" defTabSz="457200" eaLnBrk="0" fontAlgn="base" hangingPunct="0">
              <a:spcBef>
                <a:spcPct val="0"/>
              </a:spcBef>
              <a:spcAft>
                <a:spcPct val="0"/>
              </a:spcAft>
              <a:defRPr>
                <a:solidFill>
                  <a:srgbClr val="535353"/>
                </a:solidFill>
                <a:latin typeface="Arial" panose="020B0604020202020204" pitchFamily="34" charset="0"/>
                <a:cs typeface="Arial" panose="020B0604020202020204" pitchFamily="34" charset="0"/>
                <a:sym typeface="Arial" panose="020B0604020202020204" pitchFamily="34" charset="0"/>
              </a:defRPr>
            </a:lvl6pPr>
            <a:lvl7pPr marL="2971800" indent="-228600" defTabSz="457200" eaLnBrk="0" fontAlgn="base" hangingPunct="0">
              <a:spcBef>
                <a:spcPct val="0"/>
              </a:spcBef>
              <a:spcAft>
                <a:spcPct val="0"/>
              </a:spcAft>
              <a:defRPr>
                <a:solidFill>
                  <a:srgbClr val="535353"/>
                </a:solidFill>
                <a:latin typeface="Arial" panose="020B0604020202020204" pitchFamily="34" charset="0"/>
                <a:cs typeface="Arial" panose="020B0604020202020204" pitchFamily="34" charset="0"/>
                <a:sym typeface="Arial" panose="020B0604020202020204" pitchFamily="34" charset="0"/>
              </a:defRPr>
            </a:lvl7pPr>
            <a:lvl8pPr marL="3429000" indent="-228600" defTabSz="457200" eaLnBrk="0" fontAlgn="base" hangingPunct="0">
              <a:spcBef>
                <a:spcPct val="0"/>
              </a:spcBef>
              <a:spcAft>
                <a:spcPct val="0"/>
              </a:spcAft>
              <a:defRPr>
                <a:solidFill>
                  <a:srgbClr val="535353"/>
                </a:solidFill>
                <a:latin typeface="Arial" panose="020B0604020202020204" pitchFamily="34" charset="0"/>
                <a:cs typeface="Arial" panose="020B0604020202020204" pitchFamily="34" charset="0"/>
                <a:sym typeface="Arial" panose="020B0604020202020204" pitchFamily="34" charset="0"/>
              </a:defRPr>
            </a:lvl8pPr>
            <a:lvl9pPr marL="3886200" indent="-228600" defTabSz="457200" eaLnBrk="0" fontAlgn="base" hangingPunct="0">
              <a:spcBef>
                <a:spcPct val="0"/>
              </a:spcBef>
              <a:spcAft>
                <a:spcPct val="0"/>
              </a:spcAft>
              <a:defRPr>
                <a:solidFill>
                  <a:srgbClr val="535353"/>
                </a:solidFill>
                <a:latin typeface="Arial" panose="020B0604020202020204" pitchFamily="34" charset="0"/>
                <a:cs typeface="Arial" panose="020B0604020202020204" pitchFamily="34" charset="0"/>
                <a:sym typeface="Arial" panose="020B0604020202020204" pitchFamily="34" charset="0"/>
              </a:defRPr>
            </a:lvl9pPr>
          </a:lstStyle>
          <a:p>
            <a:fld id="{58686564-1021-4E50-A8CB-A563BA9F6AC5}" type="slidenum">
              <a:rPr lang="es-ES_tradnl" altLang="es-ES">
                <a:solidFill>
                  <a:srgbClr val="FFFFFF"/>
                </a:solidFill>
              </a:rPr>
              <a:pPr/>
              <a:t>5</a:t>
            </a:fld>
            <a:endParaRPr lang="es-ES_tradnl" altLang="es-ES">
              <a:solidFill>
                <a:srgbClr val="FFFFFF"/>
              </a:solidFill>
            </a:endParaRPr>
          </a:p>
        </p:txBody>
      </p:sp>
      <p:grpSp>
        <p:nvGrpSpPr>
          <p:cNvPr id="47" name="Group 46">
            <a:extLst>
              <a:ext uri="{FF2B5EF4-FFF2-40B4-BE49-F238E27FC236}">
                <a16:creationId xmlns:a16="http://schemas.microsoft.com/office/drawing/2014/main" id="{D3B1E497-0344-A3DA-5DF2-3C52E981DEDC}"/>
              </a:ext>
            </a:extLst>
          </p:cNvPr>
          <p:cNvGrpSpPr/>
          <p:nvPr/>
        </p:nvGrpSpPr>
        <p:grpSpPr>
          <a:xfrm>
            <a:off x="1764506" y="1052736"/>
            <a:ext cx="5614987" cy="5212511"/>
            <a:chOff x="1397745" y="431855"/>
            <a:chExt cx="6342607" cy="5987827"/>
          </a:xfrm>
        </p:grpSpPr>
        <p:sp>
          <p:nvSpPr>
            <p:cNvPr id="7" name="Hexagon 6">
              <a:extLst>
                <a:ext uri="{FF2B5EF4-FFF2-40B4-BE49-F238E27FC236}">
                  <a16:creationId xmlns:a16="http://schemas.microsoft.com/office/drawing/2014/main" id="{28B43FE5-ABBE-FED4-2AE1-DF3D266BE4D7}"/>
                </a:ext>
              </a:extLst>
            </p:cNvPr>
            <p:cNvSpPr/>
            <p:nvPr/>
          </p:nvSpPr>
          <p:spPr bwMode="auto">
            <a:xfrm>
              <a:off x="3851921" y="2748594"/>
              <a:ext cx="1611860" cy="1360813"/>
            </a:xfrm>
            <a:prstGeom prst="hexagon">
              <a:avLst/>
            </a:prstGeom>
            <a:solidFill>
              <a:schemeClr val="accent6">
                <a:lumMod val="75000"/>
              </a:schemeClr>
            </a:solidFill>
            <a:ln w="25400" cap="flat" cmpd="sng" algn="ctr">
              <a:solidFill>
                <a:srgbClr val="0F7EC5"/>
              </a:solidFill>
              <a:prstDash val="solid"/>
              <a:bevel/>
              <a:headEnd type="none" w="med" len="med"/>
              <a:tailEnd type="none" w="med" len="med"/>
            </a:ln>
            <a:effectLst/>
          </p:spPr>
          <p:txBody>
            <a:bodyPr vert="horz" wrap="square" lIns="45720" tIns="45720" rIns="45720" bIns="45720" numCol="1" rtlCol="0" anchor="ctr" anchorCtr="0" compatLnSpc="1">
              <a:prstTxWarp prst="textNoShape">
                <a:avLst/>
              </a:prstTxWarp>
              <a:spAutoFit/>
            </a:bodyPr>
            <a:lstStyle/>
            <a:p>
              <a:pPr marL="0" marR="0" indent="0" algn="ctr" defTabSz="457200" rtl="0" eaLnBrk="1" fontAlgn="base" latinLnBrk="0" hangingPunct="0">
                <a:lnSpc>
                  <a:spcPct val="100000"/>
                </a:lnSpc>
                <a:spcBef>
                  <a:spcPct val="0"/>
                </a:spcBef>
                <a:spcAft>
                  <a:spcPct val="0"/>
                </a:spcAft>
                <a:buClrTx/>
                <a:buSzTx/>
                <a:buFontTx/>
                <a:buNone/>
                <a:tabLst/>
              </a:pPr>
              <a:r>
                <a:rPr kumimoji="0" lang="en-MX" sz="2000" b="1" i="0" u="none" strike="noStrike" cap="none" normalizeH="0" baseline="0" dirty="0">
                  <a:ln>
                    <a:noFill/>
                  </a:ln>
                  <a:solidFill>
                    <a:schemeClr val="bg1"/>
                  </a:solidFill>
                  <a:effectLst/>
                  <a:latin typeface="Arial" charset="0"/>
                  <a:ea typeface="Arial" charset="0"/>
                  <a:cs typeface="Arial" charset="0"/>
                  <a:sym typeface="Arial" charset="0"/>
                </a:rPr>
                <a:t>NestJS</a:t>
              </a:r>
              <a:endParaRPr kumimoji="0" lang="en-MX" sz="1400" b="1" i="0" u="none" strike="noStrike" cap="none" normalizeH="0" baseline="0" dirty="0">
                <a:ln>
                  <a:noFill/>
                </a:ln>
                <a:solidFill>
                  <a:schemeClr val="bg1"/>
                </a:solidFill>
                <a:effectLst/>
                <a:latin typeface="Arial" charset="0"/>
                <a:ea typeface="Arial" charset="0"/>
                <a:cs typeface="Arial" charset="0"/>
                <a:sym typeface="Arial" charset="0"/>
              </a:endParaRPr>
            </a:p>
            <a:p>
              <a:pPr marL="0" marR="0" indent="0" algn="ctr" defTabSz="457200" rtl="0" eaLnBrk="1" fontAlgn="base" latinLnBrk="0" hangingPunct="0">
                <a:lnSpc>
                  <a:spcPct val="100000"/>
                </a:lnSpc>
                <a:spcBef>
                  <a:spcPct val="0"/>
                </a:spcBef>
                <a:spcAft>
                  <a:spcPct val="0"/>
                </a:spcAft>
                <a:buClrTx/>
                <a:buSzTx/>
                <a:buFontTx/>
                <a:buNone/>
                <a:tabLst/>
              </a:pPr>
              <a:endParaRPr lang="en-MX" sz="1400" dirty="0">
                <a:solidFill>
                  <a:schemeClr val="bg1"/>
                </a:solidFill>
                <a:latin typeface="Arial" charset="0"/>
                <a:ea typeface="Arial" charset="0"/>
                <a:cs typeface="Arial" charset="0"/>
                <a:sym typeface="Arial" charset="0"/>
              </a:endParaRPr>
            </a:p>
            <a:p>
              <a:pPr marL="0" marR="0" indent="0" algn="ctr" defTabSz="457200" rtl="0" eaLnBrk="1" fontAlgn="base" latinLnBrk="0" hangingPunct="0">
                <a:lnSpc>
                  <a:spcPct val="100000"/>
                </a:lnSpc>
                <a:spcBef>
                  <a:spcPct val="0"/>
                </a:spcBef>
                <a:spcAft>
                  <a:spcPct val="0"/>
                </a:spcAft>
                <a:buClrTx/>
                <a:buSzTx/>
                <a:buFontTx/>
                <a:buNone/>
                <a:tabLst/>
              </a:pPr>
              <a:r>
                <a:rPr kumimoji="0" lang="en-MX" sz="1400" b="0" i="0" u="none" strike="noStrike" cap="none" normalizeH="0" baseline="0" dirty="0">
                  <a:ln>
                    <a:noFill/>
                  </a:ln>
                  <a:solidFill>
                    <a:schemeClr val="bg1"/>
                  </a:solidFill>
                  <a:effectLst/>
                  <a:latin typeface="Arial" charset="0"/>
                  <a:ea typeface="Arial" charset="0"/>
                  <a:cs typeface="Arial" charset="0"/>
                  <a:sym typeface="Arial" charset="0"/>
                </a:rPr>
                <a:t>Core API</a:t>
              </a:r>
            </a:p>
          </p:txBody>
        </p:sp>
        <p:sp>
          <p:nvSpPr>
            <p:cNvPr id="8" name="Hexagon 7">
              <a:extLst>
                <a:ext uri="{FF2B5EF4-FFF2-40B4-BE49-F238E27FC236}">
                  <a16:creationId xmlns:a16="http://schemas.microsoft.com/office/drawing/2014/main" id="{8FB92EEA-12C3-2F33-D1BA-796EBC6BC20C}"/>
                </a:ext>
              </a:extLst>
            </p:cNvPr>
            <p:cNvSpPr/>
            <p:nvPr/>
          </p:nvSpPr>
          <p:spPr bwMode="auto">
            <a:xfrm>
              <a:off x="6300192" y="1616467"/>
              <a:ext cx="1440160" cy="1184612"/>
            </a:xfrm>
            <a:prstGeom prst="hexagon">
              <a:avLst/>
            </a:prstGeom>
            <a:solidFill>
              <a:srgbClr val="FFC000"/>
            </a:solidFill>
            <a:ln w="25400" cap="flat" cmpd="sng" algn="ctr">
              <a:solidFill>
                <a:srgbClr val="0F7EC5"/>
              </a:solidFill>
              <a:prstDash val="solid"/>
              <a:bevel/>
              <a:headEnd type="none" w="med" len="med"/>
              <a:tailEnd type="none" w="med" len="med"/>
            </a:ln>
            <a:effectLst/>
          </p:spPr>
          <p:txBody>
            <a:bodyPr vert="horz" wrap="square" lIns="45720" tIns="45720" rIns="45720" bIns="45720" numCol="1" rtlCol="0" anchor="ctr" anchorCtr="0" compatLnSpc="1">
              <a:prstTxWarp prst="textNoShape">
                <a:avLst/>
              </a:prstTxWarp>
              <a:spAutoFit/>
            </a:bodyPr>
            <a:lstStyle/>
            <a:p>
              <a:pPr marL="0" marR="0" indent="0" algn="ctr" defTabSz="457200" rtl="0" eaLnBrk="1" fontAlgn="base" latinLnBrk="0" hangingPunct="0">
                <a:lnSpc>
                  <a:spcPct val="100000"/>
                </a:lnSpc>
                <a:spcBef>
                  <a:spcPct val="0"/>
                </a:spcBef>
                <a:spcAft>
                  <a:spcPct val="0"/>
                </a:spcAft>
                <a:buClrTx/>
                <a:buSzTx/>
                <a:buFontTx/>
                <a:buNone/>
                <a:tabLst/>
              </a:pPr>
              <a:r>
                <a:rPr kumimoji="0" lang="en-MX" sz="2000" b="1" i="0" u="none" strike="noStrike" cap="none" normalizeH="0" baseline="0" dirty="0">
                  <a:ln>
                    <a:noFill/>
                  </a:ln>
                  <a:solidFill>
                    <a:schemeClr val="bg1"/>
                  </a:solidFill>
                  <a:effectLst/>
                  <a:latin typeface="Arial" charset="0"/>
                  <a:ea typeface="Arial" charset="0"/>
                  <a:cs typeface="Arial" charset="0"/>
                  <a:sym typeface="Arial" charset="0"/>
                </a:rPr>
                <a:t>Python</a:t>
              </a:r>
              <a:endParaRPr kumimoji="0" lang="en-MX" sz="1400" b="1" i="0" u="none" strike="noStrike" cap="none" normalizeH="0" baseline="0" dirty="0">
                <a:ln>
                  <a:noFill/>
                </a:ln>
                <a:solidFill>
                  <a:schemeClr val="bg1"/>
                </a:solidFill>
                <a:effectLst/>
                <a:latin typeface="Arial" charset="0"/>
                <a:ea typeface="Arial" charset="0"/>
                <a:cs typeface="Arial" charset="0"/>
                <a:sym typeface="Arial" charset="0"/>
              </a:endParaRPr>
            </a:p>
            <a:p>
              <a:pPr marL="0" marR="0" indent="0" algn="ctr" defTabSz="457200" rtl="0" eaLnBrk="1" fontAlgn="base" latinLnBrk="0" hangingPunct="0">
                <a:lnSpc>
                  <a:spcPct val="100000"/>
                </a:lnSpc>
                <a:spcBef>
                  <a:spcPct val="0"/>
                </a:spcBef>
                <a:spcAft>
                  <a:spcPct val="0"/>
                </a:spcAft>
                <a:buClrTx/>
                <a:buSzTx/>
                <a:buFontTx/>
                <a:buNone/>
                <a:tabLst/>
              </a:pPr>
              <a:endParaRPr lang="en-MX" sz="1400" dirty="0">
                <a:solidFill>
                  <a:schemeClr val="bg1"/>
                </a:solidFill>
                <a:latin typeface="Arial" charset="0"/>
                <a:ea typeface="Arial" charset="0"/>
                <a:cs typeface="Arial" charset="0"/>
                <a:sym typeface="Arial" charset="0"/>
              </a:endParaRPr>
            </a:p>
            <a:p>
              <a:pPr marL="0" marR="0" indent="0" algn="ctr" defTabSz="457200" rtl="0" eaLnBrk="1" fontAlgn="base" latinLnBrk="0" hangingPunct="0">
                <a:lnSpc>
                  <a:spcPct val="100000"/>
                </a:lnSpc>
                <a:spcBef>
                  <a:spcPct val="0"/>
                </a:spcBef>
                <a:spcAft>
                  <a:spcPct val="0"/>
                </a:spcAft>
                <a:buClrTx/>
                <a:buSzTx/>
                <a:buFontTx/>
                <a:buNone/>
                <a:tabLst/>
              </a:pPr>
              <a:r>
                <a:rPr kumimoji="0" lang="en-MX" sz="1400" b="0" i="0" u="none" strike="noStrike" cap="none" normalizeH="0" baseline="0" dirty="0">
                  <a:ln>
                    <a:noFill/>
                  </a:ln>
                  <a:solidFill>
                    <a:schemeClr val="bg1"/>
                  </a:solidFill>
                  <a:effectLst/>
                  <a:latin typeface="Arial" charset="0"/>
                  <a:ea typeface="Arial" charset="0"/>
                  <a:cs typeface="Arial" charset="0"/>
                  <a:sym typeface="Arial" charset="0"/>
                </a:rPr>
                <a:t>FastAPI</a:t>
              </a:r>
            </a:p>
          </p:txBody>
        </p:sp>
        <p:sp>
          <p:nvSpPr>
            <p:cNvPr id="9" name="Hexagon 8">
              <a:extLst>
                <a:ext uri="{FF2B5EF4-FFF2-40B4-BE49-F238E27FC236}">
                  <a16:creationId xmlns:a16="http://schemas.microsoft.com/office/drawing/2014/main" id="{D747DD3A-04B0-9EC4-7369-54365245D144}"/>
                </a:ext>
              </a:extLst>
            </p:cNvPr>
            <p:cNvSpPr/>
            <p:nvPr/>
          </p:nvSpPr>
          <p:spPr bwMode="auto">
            <a:xfrm>
              <a:off x="6300192" y="4021306"/>
              <a:ext cx="1440160" cy="1184612"/>
            </a:xfrm>
            <a:prstGeom prst="hexagon">
              <a:avLst/>
            </a:prstGeom>
            <a:solidFill>
              <a:srgbClr val="FFC000"/>
            </a:solidFill>
            <a:ln w="25400" cap="flat" cmpd="sng" algn="ctr">
              <a:solidFill>
                <a:srgbClr val="0F7EC5"/>
              </a:solidFill>
              <a:prstDash val="solid"/>
              <a:bevel/>
              <a:headEnd type="none" w="med" len="med"/>
              <a:tailEnd type="none" w="med" len="med"/>
            </a:ln>
            <a:effectLst/>
          </p:spPr>
          <p:txBody>
            <a:bodyPr vert="horz" wrap="square" lIns="45720" tIns="45720" rIns="45720" bIns="45720" numCol="1" rtlCol="0" anchor="ctr" anchorCtr="0" compatLnSpc="1">
              <a:prstTxWarp prst="textNoShape">
                <a:avLst/>
              </a:prstTxWarp>
              <a:spAutoFit/>
            </a:bodyPr>
            <a:lstStyle/>
            <a:p>
              <a:pPr marL="0" marR="0" indent="0" algn="ctr" defTabSz="457200" rtl="0" eaLnBrk="1" fontAlgn="base" latinLnBrk="0" hangingPunct="0">
                <a:lnSpc>
                  <a:spcPct val="100000"/>
                </a:lnSpc>
                <a:spcBef>
                  <a:spcPct val="0"/>
                </a:spcBef>
                <a:spcAft>
                  <a:spcPct val="0"/>
                </a:spcAft>
                <a:buClrTx/>
                <a:buSzTx/>
                <a:buFontTx/>
                <a:buNone/>
                <a:tabLst/>
              </a:pPr>
              <a:r>
                <a:rPr kumimoji="0" lang="en-MX" sz="2000" b="1" i="0" u="none" strike="noStrike" cap="none" normalizeH="0" baseline="0" dirty="0">
                  <a:ln>
                    <a:noFill/>
                  </a:ln>
                  <a:solidFill>
                    <a:schemeClr val="bg1"/>
                  </a:solidFill>
                  <a:effectLst/>
                  <a:latin typeface="Arial" charset="0"/>
                  <a:ea typeface="Arial" charset="0"/>
                  <a:cs typeface="Arial" charset="0"/>
                  <a:sym typeface="Arial" charset="0"/>
                </a:rPr>
                <a:t>Solver</a:t>
              </a:r>
              <a:endParaRPr kumimoji="0" lang="en-MX" sz="1400" b="1" i="0" u="none" strike="noStrike" cap="none" normalizeH="0" baseline="0" dirty="0">
                <a:ln>
                  <a:noFill/>
                </a:ln>
                <a:solidFill>
                  <a:schemeClr val="bg1"/>
                </a:solidFill>
                <a:effectLst/>
                <a:latin typeface="Arial" charset="0"/>
                <a:ea typeface="Arial" charset="0"/>
                <a:cs typeface="Arial" charset="0"/>
                <a:sym typeface="Arial" charset="0"/>
              </a:endParaRPr>
            </a:p>
            <a:p>
              <a:pPr marL="0" marR="0" indent="0" algn="ctr" defTabSz="457200" rtl="0" eaLnBrk="1" fontAlgn="base" latinLnBrk="0" hangingPunct="0">
                <a:lnSpc>
                  <a:spcPct val="100000"/>
                </a:lnSpc>
                <a:spcBef>
                  <a:spcPct val="0"/>
                </a:spcBef>
                <a:spcAft>
                  <a:spcPct val="0"/>
                </a:spcAft>
                <a:buClrTx/>
                <a:buSzTx/>
                <a:buFontTx/>
                <a:buNone/>
                <a:tabLst/>
              </a:pPr>
              <a:r>
                <a:rPr lang="en-MX" sz="1400" dirty="0">
                  <a:solidFill>
                    <a:schemeClr val="bg1"/>
                  </a:solidFill>
                  <a:latin typeface="Arial" charset="0"/>
                  <a:ea typeface="Arial" charset="0"/>
                  <a:cs typeface="Arial" charset="0"/>
                  <a:sym typeface="Arial" charset="0"/>
                </a:rPr>
                <a:t>SciPy HiGHS</a:t>
              </a:r>
            </a:p>
          </p:txBody>
        </p:sp>
        <p:sp>
          <p:nvSpPr>
            <p:cNvPr id="10" name="Hexagon 9">
              <a:extLst>
                <a:ext uri="{FF2B5EF4-FFF2-40B4-BE49-F238E27FC236}">
                  <a16:creationId xmlns:a16="http://schemas.microsoft.com/office/drawing/2014/main" id="{8D315B21-427B-B2F3-235D-1E93F1A283FC}"/>
                </a:ext>
              </a:extLst>
            </p:cNvPr>
            <p:cNvSpPr/>
            <p:nvPr/>
          </p:nvSpPr>
          <p:spPr bwMode="auto">
            <a:xfrm>
              <a:off x="3851921" y="5176767"/>
              <a:ext cx="1611860" cy="1242915"/>
            </a:xfrm>
            <a:prstGeom prst="hexagon">
              <a:avLst/>
            </a:prstGeom>
            <a:solidFill>
              <a:schemeClr val="tx1"/>
            </a:solidFill>
            <a:ln w="25400" cap="flat" cmpd="sng" algn="ctr">
              <a:solidFill>
                <a:srgbClr val="0F7EC5"/>
              </a:solidFill>
              <a:prstDash val="solid"/>
              <a:bevel/>
              <a:headEnd type="none" w="med" len="med"/>
              <a:tailEnd type="none" w="med" len="med"/>
            </a:ln>
            <a:effectLst/>
          </p:spPr>
          <p:txBody>
            <a:bodyPr vert="horz" wrap="square" lIns="45720" tIns="45720" rIns="45720" bIns="45720" numCol="1" rtlCol="0" anchor="ctr" anchorCtr="0" compatLnSpc="1">
              <a:prstTxWarp prst="textNoShape">
                <a:avLst/>
              </a:prstTxWarp>
              <a:spAutoFit/>
            </a:bodyPr>
            <a:lstStyle/>
            <a:p>
              <a:pPr marL="0" marR="0" indent="0" algn="ctr" defTabSz="457200" rtl="0" eaLnBrk="1" fontAlgn="base" latinLnBrk="0" hangingPunct="0">
                <a:lnSpc>
                  <a:spcPct val="100000"/>
                </a:lnSpc>
                <a:spcBef>
                  <a:spcPct val="0"/>
                </a:spcBef>
                <a:spcAft>
                  <a:spcPct val="0"/>
                </a:spcAft>
                <a:buClrTx/>
                <a:buSzTx/>
                <a:buFontTx/>
                <a:buNone/>
                <a:tabLst/>
              </a:pPr>
              <a:r>
                <a:rPr kumimoji="0" lang="en-MX" sz="1600" b="1" i="0" u="none" strike="noStrike" cap="none" normalizeH="0" baseline="0" dirty="0">
                  <a:ln>
                    <a:noFill/>
                  </a:ln>
                  <a:solidFill>
                    <a:schemeClr val="bg1"/>
                  </a:solidFill>
                  <a:effectLst/>
                  <a:latin typeface="Arial" charset="0"/>
                  <a:ea typeface="Arial" charset="0"/>
                  <a:cs typeface="Arial" charset="0"/>
                  <a:sym typeface="Arial" charset="0"/>
                </a:rPr>
                <a:t>Postgres</a:t>
              </a:r>
              <a:endParaRPr kumimoji="0" lang="en-MX" sz="1050" b="1" i="0" u="none" strike="noStrike" cap="none" normalizeH="0" baseline="0" dirty="0">
                <a:ln>
                  <a:noFill/>
                </a:ln>
                <a:solidFill>
                  <a:schemeClr val="bg1"/>
                </a:solidFill>
                <a:effectLst/>
                <a:latin typeface="Arial" charset="0"/>
                <a:ea typeface="Arial" charset="0"/>
                <a:cs typeface="Arial" charset="0"/>
                <a:sym typeface="Arial" charset="0"/>
              </a:endParaRPr>
            </a:p>
            <a:p>
              <a:pPr marL="0" marR="0" indent="0" algn="ctr" defTabSz="457200" rtl="0" eaLnBrk="1" fontAlgn="base" latinLnBrk="0" hangingPunct="0">
                <a:lnSpc>
                  <a:spcPct val="100000"/>
                </a:lnSpc>
                <a:spcBef>
                  <a:spcPct val="0"/>
                </a:spcBef>
                <a:spcAft>
                  <a:spcPct val="0"/>
                </a:spcAft>
                <a:buClrTx/>
                <a:buSzTx/>
                <a:buFontTx/>
                <a:buNone/>
                <a:tabLst/>
              </a:pPr>
              <a:endParaRPr lang="en-MX" sz="1400" dirty="0">
                <a:solidFill>
                  <a:schemeClr val="bg1"/>
                </a:solidFill>
                <a:latin typeface="Arial" charset="0"/>
                <a:ea typeface="Arial" charset="0"/>
                <a:cs typeface="Arial" charset="0"/>
                <a:sym typeface="Arial" charset="0"/>
              </a:endParaRPr>
            </a:p>
            <a:p>
              <a:pPr marL="0" marR="0" indent="0" algn="ctr" defTabSz="457200" rtl="0" eaLnBrk="1" fontAlgn="base" latinLnBrk="0" hangingPunct="0">
                <a:lnSpc>
                  <a:spcPct val="100000"/>
                </a:lnSpc>
                <a:spcBef>
                  <a:spcPct val="0"/>
                </a:spcBef>
                <a:spcAft>
                  <a:spcPct val="0"/>
                </a:spcAft>
                <a:buClrTx/>
                <a:buSzTx/>
                <a:buFontTx/>
                <a:buNone/>
                <a:tabLst/>
              </a:pPr>
              <a:r>
                <a:rPr lang="en-MX" sz="1400" dirty="0">
                  <a:solidFill>
                    <a:schemeClr val="bg1"/>
                  </a:solidFill>
                  <a:latin typeface="Arial" charset="0"/>
                  <a:ea typeface="Arial" charset="0"/>
                  <a:cs typeface="Arial" charset="0"/>
                  <a:sym typeface="Arial" charset="0"/>
                </a:rPr>
                <a:t>pgvector</a:t>
              </a:r>
              <a:endParaRPr kumimoji="0" lang="en-MX" sz="1400" b="0" i="0" u="none" strike="noStrike" cap="none" normalizeH="0" baseline="0" dirty="0">
                <a:ln>
                  <a:noFill/>
                </a:ln>
                <a:solidFill>
                  <a:schemeClr val="bg1"/>
                </a:solidFill>
                <a:effectLst/>
                <a:latin typeface="Arial" charset="0"/>
                <a:ea typeface="Arial" charset="0"/>
                <a:cs typeface="Arial" charset="0"/>
                <a:sym typeface="Arial" charset="0"/>
              </a:endParaRPr>
            </a:p>
          </p:txBody>
        </p:sp>
        <p:sp>
          <p:nvSpPr>
            <p:cNvPr id="11" name="Hexagon 10">
              <a:extLst>
                <a:ext uri="{FF2B5EF4-FFF2-40B4-BE49-F238E27FC236}">
                  <a16:creationId xmlns:a16="http://schemas.microsoft.com/office/drawing/2014/main" id="{C2953BA8-24B3-B2AD-BD76-B6890D1AF22A}"/>
                </a:ext>
              </a:extLst>
            </p:cNvPr>
            <p:cNvSpPr/>
            <p:nvPr/>
          </p:nvSpPr>
          <p:spPr bwMode="auto">
            <a:xfrm>
              <a:off x="1397745" y="4021306"/>
              <a:ext cx="1440160" cy="1184612"/>
            </a:xfrm>
            <a:prstGeom prst="hexagon">
              <a:avLst/>
            </a:prstGeom>
            <a:solidFill>
              <a:srgbClr val="7030A0"/>
            </a:solidFill>
            <a:ln w="25400" cap="flat" cmpd="sng" algn="ctr">
              <a:solidFill>
                <a:srgbClr val="0F7EC5"/>
              </a:solidFill>
              <a:prstDash val="solid"/>
              <a:bevel/>
              <a:headEnd type="none" w="med" len="med"/>
              <a:tailEnd type="none" w="med" len="med"/>
            </a:ln>
            <a:effectLst/>
          </p:spPr>
          <p:txBody>
            <a:bodyPr vert="horz" wrap="square" lIns="45720" tIns="45720" rIns="45720" bIns="45720" numCol="1" rtlCol="0" anchor="ctr" anchorCtr="0" compatLnSpc="1">
              <a:prstTxWarp prst="textNoShape">
                <a:avLst/>
              </a:prstTxWarp>
              <a:spAutoFit/>
            </a:bodyPr>
            <a:lstStyle/>
            <a:p>
              <a:pPr marL="0" marR="0" indent="0" algn="ctr" defTabSz="457200" rtl="0" eaLnBrk="1" fontAlgn="base" latinLnBrk="0" hangingPunct="0">
                <a:lnSpc>
                  <a:spcPct val="100000"/>
                </a:lnSpc>
                <a:spcBef>
                  <a:spcPct val="0"/>
                </a:spcBef>
                <a:spcAft>
                  <a:spcPct val="0"/>
                </a:spcAft>
                <a:buClrTx/>
                <a:buSzTx/>
                <a:buFontTx/>
                <a:buNone/>
                <a:tabLst/>
              </a:pPr>
              <a:r>
                <a:rPr kumimoji="0" lang="en-MX" sz="2000" b="1" i="0" u="none" strike="noStrike" cap="none" normalizeH="0" baseline="0" dirty="0">
                  <a:ln>
                    <a:noFill/>
                  </a:ln>
                  <a:solidFill>
                    <a:schemeClr val="bg1"/>
                  </a:solidFill>
                  <a:effectLst/>
                  <a:latin typeface="Arial" charset="0"/>
                  <a:ea typeface="Arial" charset="0"/>
                  <a:cs typeface="Arial" charset="0"/>
                  <a:sym typeface="Arial" charset="0"/>
                </a:rPr>
                <a:t>RAG</a:t>
              </a:r>
              <a:endParaRPr lang="en-MX" sz="1400" b="1" dirty="0">
                <a:solidFill>
                  <a:schemeClr val="bg1"/>
                </a:solidFill>
                <a:latin typeface="Arial" charset="0"/>
                <a:ea typeface="Arial" charset="0"/>
                <a:cs typeface="Arial" charset="0"/>
                <a:sym typeface="Arial" charset="0"/>
              </a:endParaRPr>
            </a:p>
            <a:p>
              <a:pPr marL="0" marR="0" indent="0" algn="ctr" defTabSz="457200" rtl="0" eaLnBrk="1" fontAlgn="base" latinLnBrk="0" hangingPunct="0">
                <a:lnSpc>
                  <a:spcPct val="100000"/>
                </a:lnSpc>
                <a:spcBef>
                  <a:spcPct val="0"/>
                </a:spcBef>
                <a:spcAft>
                  <a:spcPct val="0"/>
                </a:spcAft>
                <a:buClrTx/>
                <a:buSzTx/>
                <a:buFontTx/>
                <a:buNone/>
                <a:tabLst/>
              </a:pPr>
              <a:endParaRPr lang="en-MX" sz="1400" dirty="0">
                <a:solidFill>
                  <a:schemeClr val="bg1"/>
                </a:solidFill>
                <a:latin typeface="Arial" charset="0"/>
                <a:ea typeface="Arial" charset="0"/>
                <a:cs typeface="Arial" charset="0"/>
                <a:sym typeface="Arial" charset="0"/>
              </a:endParaRPr>
            </a:p>
            <a:p>
              <a:pPr marL="0" marR="0" indent="0" algn="ctr" defTabSz="457200" rtl="0" eaLnBrk="1" fontAlgn="base" latinLnBrk="0" hangingPunct="0">
                <a:lnSpc>
                  <a:spcPct val="100000"/>
                </a:lnSpc>
                <a:spcBef>
                  <a:spcPct val="0"/>
                </a:spcBef>
                <a:spcAft>
                  <a:spcPct val="0"/>
                </a:spcAft>
                <a:buClrTx/>
                <a:buSzTx/>
                <a:buFontTx/>
                <a:buNone/>
                <a:tabLst/>
              </a:pPr>
              <a:r>
                <a:rPr kumimoji="0" lang="en-MX" sz="1400" b="0" i="0" u="none" strike="noStrike" cap="none" normalizeH="0" baseline="0" dirty="0">
                  <a:ln>
                    <a:noFill/>
                  </a:ln>
                  <a:solidFill>
                    <a:schemeClr val="bg1"/>
                  </a:solidFill>
                  <a:effectLst/>
                  <a:latin typeface="Arial" charset="0"/>
                  <a:ea typeface="Arial" charset="0"/>
                  <a:cs typeface="Arial" charset="0"/>
                  <a:sym typeface="Arial" charset="0"/>
                </a:rPr>
                <a:t>Agentic</a:t>
              </a:r>
            </a:p>
          </p:txBody>
        </p:sp>
        <p:sp>
          <p:nvSpPr>
            <p:cNvPr id="12" name="Hexagon 11">
              <a:extLst>
                <a:ext uri="{FF2B5EF4-FFF2-40B4-BE49-F238E27FC236}">
                  <a16:creationId xmlns:a16="http://schemas.microsoft.com/office/drawing/2014/main" id="{2CF2EEDD-7E1A-AFE4-9EE3-0F3060078EF1}"/>
                </a:ext>
              </a:extLst>
            </p:cNvPr>
            <p:cNvSpPr/>
            <p:nvPr/>
          </p:nvSpPr>
          <p:spPr bwMode="auto">
            <a:xfrm>
              <a:off x="1397745" y="1616467"/>
              <a:ext cx="1440160" cy="1184612"/>
            </a:xfrm>
            <a:prstGeom prst="hexagon">
              <a:avLst/>
            </a:prstGeom>
            <a:solidFill>
              <a:srgbClr val="00B050"/>
            </a:solidFill>
            <a:ln w="25400" cap="flat" cmpd="sng" algn="ctr">
              <a:solidFill>
                <a:srgbClr val="0F7EC5"/>
              </a:solidFill>
              <a:prstDash val="solid"/>
              <a:bevel/>
              <a:headEnd type="none" w="med" len="med"/>
              <a:tailEnd type="none" w="med" len="med"/>
            </a:ln>
            <a:effectLst/>
          </p:spPr>
          <p:txBody>
            <a:bodyPr vert="horz" wrap="square" lIns="45720" tIns="45720" rIns="45720" bIns="45720" numCol="1" rtlCol="0" anchor="ctr" anchorCtr="0" compatLnSpc="1">
              <a:prstTxWarp prst="textNoShape">
                <a:avLst/>
              </a:prstTxWarp>
              <a:spAutoFit/>
            </a:bodyPr>
            <a:lstStyle/>
            <a:p>
              <a:pPr marL="0" marR="0" indent="0" algn="ctr" defTabSz="457200" rtl="0" eaLnBrk="1" fontAlgn="base" latinLnBrk="0" hangingPunct="0">
                <a:lnSpc>
                  <a:spcPct val="100000"/>
                </a:lnSpc>
                <a:spcBef>
                  <a:spcPct val="0"/>
                </a:spcBef>
                <a:spcAft>
                  <a:spcPct val="0"/>
                </a:spcAft>
                <a:buClrTx/>
                <a:buSzTx/>
                <a:buFontTx/>
                <a:buNone/>
                <a:tabLst/>
              </a:pPr>
              <a:r>
                <a:rPr kumimoji="0" lang="en-MX" b="1" i="0" u="none" strike="noStrike" cap="none" normalizeH="0" baseline="0" dirty="0">
                  <a:ln>
                    <a:noFill/>
                  </a:ln>
                  <a:solidFill>
                    <a:schemeClr val="bg1"/>
                  </a:solidFill>
                  <a:effectLst/>
                  <a:latin typeface="Arial" charset="0"/>
                  <a:ea typeface="Arial" charset="0"/>
                  <a:cs typeface="Arial" charset="0"/>
                  <a:sym typeface="Arial" charset="0"/>
                </a:rPr>
                <a:t>Guard</a:t>
              </a:r>
            </a:p>
            <a:p>
              <a:pPr marL="0" marR="0" indent="0" algn="ctr" defTabSz="457200" rtl="0" eaLnBrk="1" fontAlgn="base" latinLnBrk="0" hangingPunct="0">
                <a:lnSpc>
                  <a:spcPct val="100000"/>
                </a:lnSpc>
                <a:spcBef>
                  <a:spcPct val="0"/>
                </a:spcBef>
                <a:spcAft>
                  <a:spcPct val="0"/>
                </a:spcAft>
                <a:buClrTx/>
                <a:buSzTx/>
                <a:buFontTx/>
                <a:buNone/>
                <a:tabLst/>
              </a:pPr>
              <a:r>
                <a:rPr lang="en-MX" b="1" dirty="0">
                  <a:solidFill>
                    <a:schemeClr val="bg1"/>
                  </a:solidFill>
                  <a:latin typeface="Arial" charset="0"/>
                  <a:ea typeface="Arial" charset="0"/>
                  <a:cs typeface="Arial" charset="0"/>
                  <a:sym typeface="Arial" charset="0"/>
                </a:rPr>
                <a:t>Rails</a:t>
              </a:r>
              <a:endParaRPr lang="en-MX" sz="1200" b="1" dirty="0">
                <a:solidFill>
                  <a:schemeClr val="bg1"/>
                </a:solidFill>
                <a:latin typeface="Arial" charset="0"/>
                <a:ea typeface="Arial" charset="0"/>
                <a:cs typeface="Arial" charset="0"/>
                <a:sym typeface="Arial" charset="0"/>
              </a:endParaRPr>
            </a:p>
            <a:p>
              <a:pPr marL="0" marR="0" indent="0" algn="ctr" defTabSz="457200" rtl="0" eaLnBrk="1" fontAlgn="base" latinLnBrk="0" hangingPunct="0">
                <a:lnSpc>
                  <a:spcPct val="100000"/>
                </a:lnSpc>
                <a:spcBef>
                  <a:spcPct val="0"/>
                </a:spcBef>
                <a:spcAft>
                  <a:spcPct val="0"/>
                </a:spcAft>
                <a:buClrTx/>
                <a:buSzTx/>
                <a:buFontTx/>
                <a:buNone/>
                <a:tabLst/>
              </a:pPr>
              <a:r>
                <a:rPr kumimoji="0" lang="en-MX" sz="1200" i="0" u="none" strike="noStrike" cap="none" normalizeH="0" baseline="0" dirty="0">
                  <a:ln>
                    <a:noFill/>
                  </a:ln>
                  <a:solidFill>
                    <a:schemeClr val="bg1"/>
                  </a:solidFill>
                  <a:effectLst/>
                  <a:latin typeface="Arial" charset="0"/>
                  <a:ea typeface="Arial" charset="0"/>
                  <a:cs typeface="Arial" charset="0"/>
                  <a:sym typeface="Arial" charset="0"/>
                </a:rPr>
                <a:t>NCR</a:t>
              </a:r>
            </a:p>
          </p:txBody>
        </p:sp>
        <p:sp>
          <p:nvSpPr>
            <p:cNvPr id="13" name="Hexagon 12">
              <a:extLst>
                <a:ext uri="{FF2B5EF4-FFF2-40B4-BE49-F238E27FC236}">
                  <a16:creationId xmlns:a16="http://schemas.microsoft.com/office/drawing/2014/main" id="{84A6811A-4C57-2C46-99A2-90385F222672}"/>
                </a:ext>
              </a:extLst>
            </p:cNvPr>
            <p:cNvSpPr/>
            <p:nvPr/>
          </p:nvSpPr>
          <p:spPr bwMode="auto">
            <a:xfrm>
              <a:off x="3851920" y="431855"/>
              <a:ext cx="1440160" cy="1184612"/>
            </a:xfrm>
            <a:prstGeom prst="hexagon">
              <a:avLst/>
            </a:prstGeom>
            <a:solidFill>
              <a:schemeClr val="accent2"/>
            </a:solidFill>
            <a:ln w="25400" cap="flat" cmpd="sng" algn="ctr">
              <a:solidFill>
                <a:srgbClr val="0F7EC5"/>
              </a:solidFill>
              <a:prstDash val="solid"/>
              <a:bevel/>
              <a:headEnd type="none" w="med" len="med"/>
              <a:tailEnd type="none" w="med" len="med"/>
            </a:ln>
            <a:effectLst/>
          </p:spPr>
          <p:txBody>
            <a:bodyPr vert="horz" wrap="square" lIns="45720" tIns="45720" rIns="45720" bIns="45720" numCol="1" rtlCol="0" anchor="ctr" anchorCtr="0" compatLnSpc="1">
              <a:prstTxWarp prst="textNoShape">
                <a:avLst/>
              </a:prstTxWarp>
              <a:spAutoFit/>
            </a:bodyPr>
            <a:lstStyle/>
            <a:p>
              <a:pPr marL="0" marR="0" indent="0" algn="ctr" defTabSz="457200" rtl="0" eaLnBrk="1" fontAlgn="base" latinLnBrk="0" hangingPunct="0">
                <a:lnSpc>
                  <a:spcPct val="100000"/>
                </a:lnSpc>
                <a:spcBef>
                  <a:spcPct val="0"/>
                </a:spcBef>
                <a:spcAft>
                  <a:spcPct val="0"/>
                </a:spcAft>
                <a:buClrTx/>
                <a:buSzTx/>
                <a:buFontTx/>
                <a:buNone/>
                <a:tabLst/>
              </a:pPr>
              <a:r>
                <a:rPr kumimoji="0" lang="en-MX" sz="2000" b="1" i="0" u="none" strike="noStrike" cap="none" normalizeH="0" baseline="0" dirty="0">
                  <a:ln>
                    <a:noFill/>
                  </a:ln>
                  <a:solidFill>
                    <a:schemeClr val="bg1"/>
                  </a:solidFill>
                  <a:effectLst/>
                  <a:latin typeface="Arial" charset="0"/>
                  <a:ea typeface="Arial" charset="0"/>
                  <a:cs typeface="Arial" charset="0"/>
                  <a:sym typeface="Arial" charset="0"/>
                </a:rPr>
                <a:t>React</a:t>
              </a:r>
              <a:endParaRPr kumimoji="0" lang="en-MX" sz="1400" b="1" i="0" u="none" strike="noStrike" cap="none" normalizeH="0" baseline="0" dirty="0">
                <a:ln>
                  <a:noFill/>
                </a:ln>
                <a:solidFill>
                  <a:schemeClr val="bg1"/>
                </a:solidFill>
                <a:effectLst/>
                <a:latin typeface="Arial" charset="0"/>
                <a:ea typeface="Arial" charset="0"/>
                <a:cs typeface="Arial" charset="0"/>
                <a:sym typeface="Arial" charset="0"/>
              </a:endParaRPr>
            </a:p>
            <a:p>
              <a:pPr marL="0" marR="0" indent="0" algn="ctr" defTabSz="457200" rtl="0" eaLnBrk="1" fontAlgn="base" latinLnBrk="0" hangingPunct="0">
                <a:lnSpc>
                  <a:spcPct val="100000"/>
                </a:lnSpc>
                <a:spcBef>
                  <a:spcPct val="0"/>
                </a:spcBef>
                <a:spcAft>
                  <a:spcPct val="0"/>
                </a:spcAft>
                <a:buClrTx/>
                <a:buSzTx/>
                <a:buFontTx/>
                <a:buNone/>
                <a:tabLst/>
              </a:pPr>
              <a:endParaRPr lang="en-MX" sz="1400" dirty="0">
                <a:solidFill>
                  <a:schemeClr val="bg1"/>
                </a:solidFill>
                <a:latin typeface="Arial" charset="0"/>
                <a:ea typeface="Arial" charset="0"/>
                <a:cs typeface="Arial" charset="0"/>
                <a:sym typeface="Arial" charset="0"/>
              </a:endParaRPr>
            </a:p>
            <a:p>
              <a:pPr marL="0" marR="0" indent="0" algn="ctr" defTabSz="457200" rtl="0" eaLnBrk="1" fontAlgn="base" latinLnBrk="0" hangingPunct="0">
                <a:lnSpc>
                  <a:spcPct val="100000"/>
                </a:lnSpc>
                <a:spcBef>
                  <a:spcPct val="0"/>
                </a:spcBef>
                <a:spcAft>
                  <a:spcPct val="0"/>
                </a:spcAft>
                <a:buClrTx/>
                <a:buSzTx/>
                <a:buFontTx/>
                <a:buNone/>
                <a:tabLst/>
              </a:pPr>
              <a:r>
                <a:rPr lang="en-MX" sz="1400" dirty="0">
                  <a:solidFill>
                    <a:schemeClr val="bg1"/>
                  </a:solidFill>
                  <a:latin typeface="Arial" charset="0"/>
                  <a:ea typeface="Arial" charset="0"/>
                  <a:cs typeface="Arial" charset="0"/>
                  <a:sym typeface="Arial" charset="0"/>
                </a:rPr>
                <a:t>Front-end</a:t>
              </a:r>
              <a:endParaRPr kumimoji="0" lang="en-MX" sz="1400" b="0" i="0" u="none" strike="noStrike" cap="none" normalizeH="0" baseline="0" dirty="0">
                <a:ln>
                  <a:noFill/>
                </a:ln>
                <a:solidFill>
                  <a:schemeClr val="bg1"/>
                </a:solidFill>
                <a:effectLst/>
                <a:latin typeface="Arial" charset="0"/>
                <a:ea typeface="Arial" charset="0"/>
                <a:cs typeface="Arial" charset="0"/>
                <a:sym typeface="Arial" charset="0"/>
              </a:endParaRPr>
            </a:p>
          </p:txBody>
        </p:sp>
        <p:cxnSp>
          <p:nvCxnSpPr>
            <p:cNvPr id="18" name="Elbow Connector 17">
              <a:extLst>
                <a:ext uri="{FF2B5EF4-FFF2-40B4-BE49-F238E27FC236}">
                  <a16:creationId xmlns:a16="http://schemas.microsoft.com/office/drawing/2014/main" id="{A7D72D1F-49ED-8742-0A38-0BC6ABD11A63}"/>
                </a:ext>
              </a:extLst>
            </p:cNvPr>
            <p:cNvCxnSpPr>
              <a:cxnSpLocks/>
              <a:stCxn id="11" idx="0"/>
              <a:endCxn id="7" idx="3"/>
            </p:cNvCxnSpPr>
            <p:nvPr/>
          </p:nvCxnSpPr>
          <p:spPr bwMode="auto">
            <a:xfrm flipV="1">
              <a:off x="2837905" y="3429000"/>
              <a:ext cx="1014015" cy="1184612"/>
            </a:xfrm>
            <a:prstGeom prst="bentConnector3">
              <a:avLst>
                <a:gd name="adj1" fmla="val 50000"/>
              </a:avLst>
            </a:prstGeom>
            <a:solidFill>
              <a:srgbClr val="FFFFFF"/>
            </a:solidFill>
            <a:ln w="25400" cap="flat" cmpd="sng" algn="ctr">
              <a:solidFill>
                <a:srgbClr val="0F7EC5"/>
              </a:solidFill>
              <a:prstDash val="solid"/>
              <a:bevel/>
              <a:headEnd type="none" w="med" len="med"/>
              <a:tailEnd type="none" w="med" len="med"/>
            </a:ln>
            <a:effectLst/>
          </p:spPr>
        </p:cxnSp>
        <p:cxnSp>
          <p:nvCxnSpPr>
            <p:cNvPr id="28" name="Elbow Connector 27">
              <a:extLst>
                <a:ext uri="{FF2B5EF4-FFF2-40B4-BE49-F238E27FC236}">
                  <a16:creationId xmlns:a16="http://schemas.microsoft.com/office/drawing/2014/main" id="{EBF8FDF9-49FF-E647-913F-9241728F273A}"/>
                </a:ext>
              </a:extLst>
            </p:cNvPr>
            <p:cNvCxnSpPr>
              <a:cxnSpLocks/>
              <a:stCxn id="8" idx="3"/>
              <a:endCxn id="7" idx="0"/>
            </p:cNvCxnSpPr>
            <p:nvPr/>
          </p:nvCxnSpPr>
          <p:spPr bwMode="auto">
            <a:xfrm rot="10800000" flipV="1">
              <a:off x="5463781" y="2208773"/>
              <a:ext cx="836412" cy="1220227"/>
            </a:xfrm>
            <a:prstGeom prst="bentConnector3">
              <a:avLst>
                <a:gd name="adj1" fmla="val 50000"/>
              </a:avLst>
            </a:prstGeom>
            <a:solidFill>
              <a:srgbClr val="FFFFFF"/>
            </a:solidFill>
            <a:ln w="25400" cap="flat" cmpd="sng" algn="ctr">
              <a:solidFill>
                <a:srgbClr val="0F7EC5"/>
              </a:solidFill>
              <a:prstDash val="solid"/>
              <a:bevel/>
              <a:headEnd type="none" w="med" len="med"/>
              <a:tailEnd type="none" w="med" len="med"/>
            </a:ln>
            <a:effectLst/>
          </p:spPr>
        </p:cxnSp>
        <p:cxnSp>
          <p:nvCxnSpPr>
            <p:cNvPr id="31" name="Elbow Connector 30">
              <a:extLst>
                <a:ext uri="{FF2B5EF4-FFF2-40B4-BE49-F238E27FC236}">
                  <a16:creationId xmlns:a16="http://schemas.microsoft.com/office/drawing/2014/main" id="{B668D5F1-7118-CDFD-F2ED-E63B662CDE8A}"/>
                </a:ext>
              </a:extLst>
            </p:cNvPr>
            <p:cNvCxnSpPr>
              <a:cxnSpLocks/>
              <a:stCxn id="7" idx="0"/>
              <a:endCxn id="9" idx="3"/>
            </p:cNvCxnSpPr>
            <p:nvPr/>
          </p:nvCxnSpPr>
          <p:spPr bwMode="auto">
            <a:xfrm>
              <a:off x="5463780" y="3429000"/>
              <a:ext cx="836412" cy="1184612"/>
            </a:xfrm>
            <a:prstGeom prst="bentConnector3">
              <a:avLst>
                <a:gd name="adj1" fmla="val 50000"/>
              </a:avLst>
            </a:prstGeom>
            <a:solidFill>
              <a:srgbClr val="FFFFFF"/>
            </a:solidFill>
            <a:ln w="25400" cap="flat" cmpd="sng" algn="ctr">
              <a:solidFill>
                <a:srgbClr val="0F7EC5"/>
              </a:solidFill>
              <a:prstDash val="solid"/>
              <a:bevel/>
              <a:headEnd type="none" w="med" len="med"/>
              <a:tailEnd type="none" w="med" len="med"/>
            </a:ln>
            <a:effectLst/>
          </p:spPr>
        </p:cxnSp>
        <p:cxnSp>
          <p:nvCxnSpPr>
            <p:cNvPr id="34" name="Elbow Connector 33">
              <a:extLst>
                <a:ext uri="{FF2B5EF4-FFF2-40B4-BE49-F238E27FC236}">
                  <a16:creationId xmlns:a16="http://schemas.microsoft.com/office/drawing/2014/main" id="{3BA52FC0-25F9-9B39-C87A-ED7A8ADB8797}"/>
                </a:ext>
              </a:extLst>
            </p:cNvPr>
            <p:cNvCxnSpPr>
              <a:cxnSpLocks/>
            </p:cNvCxnSpPr>
            <p:nvPr/>
          </p:nvCxnSpPr>
          <p:spPr bwMode="auto">
            <a:xfrm>
              <a:off x="2699792" y="2492896"/>
              <a:ext cx="1152128" cy="936104"/>
            </a:xfrm>
            <a:prstGeom prst="bentConnector3">
              <a:avLst>
                <a:gd name="adj1" fmla="val 51005"/>
              </a:avLst>
            </a:prstGeom>
            <a:solidFill>
              <a:srgbClr val="FFFFFF"/>
            </a:solidFill>
            <a:ln w="25400" cap="flat" cmpd="sng" algn="ctr">
              <a:solidFill>
                <a:srgbClr val="0F7EC5"/>
              </a:solidFill>
              <a:prstDash val="solid"/>
              <a:bevel/>
              <a:headEnd type="none" w="med" len="med"/>
              <a:tailEnd type="none" w="med" len="med"/>
            </a:ln>
            <a:effectLst/>
          </p:spPr>
        </p:cxnSp>
        <p:cxnSp>
          <p:nvCxnSpPr>
            <p:cNvPr id="40" name="Elbow Connector 39">
              <a:extLst>
                <a:ext uri="{FF2B5EF4-FFF2-40B4-BE49-F238E27FC236}">
                  <a16:creationId xmlns:a16="http://schemas.microsoft.com/office/drawing/2014/main" id="{2D79C25F-B388-768B-CB13-70A6DF6225B6}"/>
                </a:ext>
              </a:extLst>
            </p:cNvPr>
            <p:cNvCxnSpPr>
              <a:cxnSpLocks/>
              <a:stCxn id="7" idx="1"/>
              <a:endCxn id="10" idx="4"/>
            </p:cNvCxnSpPr>
            <p:nvPr/>
          </p:nvCxnSpPr>
          <p:spPr bwMode="auto">
            <a:xfrm rot="5400000">
              <a:off x="4109679" y="4157196"/>
              <a:ext cx="1067360" cy="971782"/>
            </a:xfrm>
            <a:prstGeom prst="bentConnector3">
              <a:avLst>
                <a:gd name="adj1" fmla="val 50000"/>
              </a:avLst>
            </a:prstGeom>
            <a:solidFill>
              <a:srgbClr val="FFFFFF"/>
            </a:solidFill>
            <a:ln w="25400" cap="flat" cmpd="sng" algn="ctr">
              <a:solidFill>
                <a:srgbClr val="0F7EC5"/>
              </a:solidFill>
              <a:prstDash val="solid"/>
              <a:bevel/>
              <a:headEnd type="none" w="med" len="med"/>
              <a:tailEnd type="none" w="med" len="med"/>
            </a:ln>
            <a:effectLst/>
          </p:spPr>
        </p:cxnSp>
        <p:cxnSp>
          <p:nvCxnSpPr>
            <p:cNvPr id="43" name="Elbow Connector 42">
              <a:extLst>
                <a:ext uri="{FF2B5EF4-FFF2-40B4-BE49-F238E27FC236}">
                  <a16:creationId xmlns:a16="http://schemas.microsoft.com/office/drawing/2014/main" id="{9A3AC21F-588A-D635-7672-8740C5EFAAEA}"/>
                </a:ext>
              </a:extLst>
            </p:cNvPr>
            <p:cNvCxnSpPr>
              <a:cxnSpLocks/>
              <a:stCxn id="7" idx="4"/>
              <a:endCxn id="13" idx="1"/>
            </p:cNvCxnSpPr>
            <p:nvPr/>
          </p:nvCxnSpPr>
          <p:spPr bwMode="auto">
            <a:xfrm rot="5400000" flipH="1" flipV="1">
              <a:off x="4027595" y="1775323"/>
              <a:ext cx="1132127" cy="814416"/>
            </a:xfrm>
            <a:prstGeom prst="bentConnector3">
              <a:avLst>
                <a:gd name="adj1" fmla="val 50000"/>
              </a:avLst>
            </a:prstGeom>
            <a:solidFill>
              <a:srgbClr val="FFFFFF"/>
            </a:solidFill>
            <a:ln w="25400" cap="flat" cmpd="sng" algn="ctr">
              <a:solidFill>
                <a:srgbClr val="0F7EC5"/>
              </a:solidFill>
              <a:prstDash val="solid"/>
              <a:bevel/>
              <a:headEnd type="none" w="med" len="med"/>
              <a:tailEnd type="none" w="med" len="med"/>
            </a:ln>
            <a:effectLst/>
          </p:spPr>
        </p:cxnSp>
      </p:grpSp>
    </p:spTree>
  </p:cSld>
  <p:clrMapOvr>
    <a:masterClrMapping/>
  </p:clrMapOvr>
  <p:transition spd="me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F06823D-9EFD-17A8-7B62-8BDE1F7435B3}"/>
            </a:ext>
          </a:extLst>
        </p:cNvPr>
        <p:cNvGrpSpPr/>
        <p:nvPr/>
      </p:nvGrpSpPr>
      <p:grpSpPr>
        <a:xfrm>
          <a:off x="0" y="0"/>
          <a:ext cx="0" cy="0"/>
          <a:chOff x="0" y="0"/>
          <a:chExt cx="0" cy="0"/>
        </a:xfrm>
      </p:grpSpPr>
      <p:sp>
        <p:nvSpPr>
          <p:cNvPr id="9218" name="Rectangle 1">
            <a:extLst>
              <a:ext uri="{FF2B5EF4-FFF2-40B4-BE49-F238E27FC236}">
                <a16:creationId xmlns:a16="http://schemas.microsoft.com/office/drawing/2014/main" id="{31B94F6F-6025-06CD-D297-863FA6B4A24C}"/>
              </a:ext>
            </a:extLst>
          </p:cNvPr>
          <p:cNvSpPr>
            <a:spLocks/>
          </p:cNvSpPr>
          <p:nvPr/>
        </p:nvSpPr>
        <p:spPr bwMode="auto">
          <a:xfrm>
            <a:off x="8485188" y="6559550"/>
            <a:ext cx="273050" cy="1730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0"/>
                <a:headEnd/>
                <a:tailEnd/>
              </a14:hiddenLine>
            </a:ext>
          </a:extLst>
        </p:spPr>
        <p:txBody>
          <a:bodyPr lIns="0" tIns="0" rIns="0" bIns="0">
            <a:spAutoFit/>
          </a:bodyPr>
          <a:lstStyle>
            <a:lvl1pPr>
              <a:defRPr>
                <a:solidFill>
                  <a:srgbClr val="535353"/>
                </a:solidFill>
                <a:latin typeface="Arial" panose="020B0604020202020204" pitchFamily="34" charset="0"/>
                <a:cs typeface="Arial" panose="020B0604020202020204" pitchFamily="34" charset="0"/>
                <a:sym typeface="Arial" panose="020B0604020202020204" pitchFamily="34" charset="0"/>
              </a:defRPr>
            </a:lvl1pPr>
            <a:lvl2pPr marL="37931725" indent="-37474525">
              <a:defRPr>
                <a:solidFill>
                  <a:srgbClr val="535353"/>
                </a:solidFill>
                <a:latin typeface="Arial" panose="020B0604020202020204" pitchFamily="34" charset="0"/>
                <a:cs typeface="Arial" panose="020B0604020202020204" pitchFamily="34" charset="0"/>
                <a:sym typeface="Arial" panose="020B0604020202020204" pitchFamily="34" charset="0"/>
              </a:defRPr>
            </a:lvl2pPr>
            <a:lvl3pPr marL="1143000" indent="-228600">
              <a:defRPr>
                <a:solidFill>
                  <a:srgbClr val="535353"/>
                </a:solidFill>
                <a:latin typeface="Arial" panose="020B0604020202020204" pitchFamily="34" charset="0"/>
                <a:cs typeface="Arial" panose="020B0604020202020204" pitchFamily="34" charset="0"/>
                <a:sym typeface="Arial" panose="020B0604020202020204" pitchFamily="34" charset="0"/>
              </a:defRPr>
            </a:lvl3pPr>
            <a:lvl4pPr marL="1600200" indent="-228600">
              <a:defRPr>
                <a:solidFill>
                  <a:srgbClr val="535353"/>
                </a:solidFill>
                <a:latin typeface="Arial" panose="020B0604020202020204" pitchFamily="34" charset="0"/>
                <a:cs typeface="Arial" panose="020B0604020202020204" pitchFamily="34" charset="0"/>
                <a:sym typeface="Arial" panose="020B0604020202020204" pitchFamily="34" charset="0"/>
              </a:defRPr>
            </a:lvl4pPr>
            <a:lvl5pPr marL="2057400" indent="-228600">
              <a:defRPr>
                <a:solidFill>
                  <a:srgbClr val="535353"/>
                </a:solidFill>
                <a:latin typeface="Arial" panose="020B0604020202020204" pitchFamily="34" charset="0"/>
                <a:cs typeface="Arial" panose="020B0604020202020204" pitchFamily="34" charset="0"/>
                <a:sym typeface="Arial" panose="020B0604020202020204" pitchFamily="34" charset="0"/>
              </a:defRPr>
            </a:lvl5pPr>
            <a:lvl6pPr marL="2514600" indent="-228600" defTabSz="457200" eaLnBrk="0" fontAlgn="base" hangingPunct="0">
              <a:spcBef>
                <a:spcPct val="0"/>
              </a:spcBef>
              <a:spcAft>
                <a:spcPct val="0"/>
              </a:spcAft>
              <a:defRPr>
                <a:solidFill>
                  <a:srgbClr val="535353"/>
                </a:solidFill>
                <a:latin typeface="Arial" panose="020B0604020202020204" pitchFamily="34" charset="0"/>
                <a:cs typeface="Arial" panose="020B0604020202020204" pitchFamily="34" charset="0"/>
                <a:sym typeface="Arial" panose="020B0604020202020204" pitchFamily="34" charset="0"/>
              </a:defRPr>
            </a:lvl6pPr>
            <a:lvl7pPr marL="2971800" indent="-228600" defTabSz="457200" eaLnBrk="0" fontAlgn="base" hangingPunct="0">
              <a:spcBef>
                <a:spcPct val="0"/>
              </a:spcBef>
              <a:spcAft>
                <a:spcPct val="0"/>
              </a:spcAft>
              <a:defRPr>
                <a:solidFill>
                  <a:srgbClr val="535353"/>
                </a:solidFill>
                <a:latin typeface="Arial" panose="020B0604020202020204" pitchFamily="34" charset="0"/>
                <a:cs typeface="Arial" panose="020B0604020202020204" pitchFamily="34" charset="0"/>
                <a:sym typeface="Arial" panose="020B0604020202020204" pitchFamily="34" charset="0"/>
              </a:defRPr>
            </a:lvl7pPr>
            <a:lvl8pPr marL="3429000" indent="-228600" defTabSz="457200" eaLnBrk="0" fontAlgn="base" hangingPunct="0">
              <a:spcBef>
                <a:spcPct val="0"/>
              </a:spcBef>
              <a:spcAft>
                <a:spcPct val="0"/>
              </a:spcAft>
              <a:defRPr>
                <a:solidFill>
                  <a:srgbClr val="535353"/>
                </a:solidFill>
                <a:latin typeface="Arial" panose="020B0604020202020204" pitchFamily="34" charset="0"/>
                <a:cs typeface="Arial" panose="020B0604020202020204" pitchFamily="34" charset="0"/>
                <a:sym typeface="Arial" panose="020B0604020202020204" pitchFamily="34" charset="0"/>
              </a:defRPr>
            </a:lvl8pPr>
            <a:lvl9pPr marL="3886200" indent="-228600" defTabSz="457200" eaLnBrk="0" fontAlgn="base" hangingPunct="0">
              <a:spcBef>
                <a:spcPct val="0"/>
              </a:spcBef>
              <a:spcAft>
                <a:spcPct val="0"/>
              </a:spcAft>
              <a:defRPr>
                <a:solidFill>
                  <a:srgbClr val="535353"/>
                </a:solidFill>
                <a:latin typeface="Arial" panose="020B0604020202020204" pitchFamily="34" charset="0"/>
                <a:cs typeface="Arial" panose="020B0604020202020204" pitchFamily="34" charset="0"/>
                <a:sym typeface="Arial" panose="020B0604020202020204" pitchFamily="34" charset="0"/>
              </a:defRPr>
            </a:lvl9pPr>
          </a:lstStyle>
          <a:p>
            <a:pPr algn="r" eaLnBrk="1"/>
            <a:fld id="{9F1CC0D0-3C68-4580-9284-6730E02FF79F}" type="slidenum">
              <a:rPr lang="es-ES_tradnl" altLang="es-ES" sz="1200">
                <a:solidFill>
                  <a:srgbClr val="FFFFFF"/>
                </a:solidFill>
              </a:rPr>
              <a:pPr algn="r" eaLnBrk="1"/>
              <a:t>6</a:t>
            </a:fld>
            <a:endParaRPr lang="es-ES_tradnl" altLang="es-ES">
              <a:solidFill>
                <a:srgbClr val="000000"/>
              </a:solidFill>
            </a:endParaRPr>
          </a:p>
        </p:txBody>
      </p:sp>
      <p:sp>
        <p:nvSpPr>
          <p:cNvPr id="9219" name="Rectangle 2">
            <a:extLst>
              <a:ext uri="{FF2B5EF4-FFF2-40B4-BE49-F238E27FC236}">
                <a16:creationId xmlns:a16="http://schemas.microsoft.com/office/drawing/2014/main" id="{7D0C3D4C-9048-B100-4128-858CBA5488E6}"/>
              </a:ext>
            </a:extLst>
          </p:cNvPr>
          <p:cNvSpPr>
            <a:spLocks/>
          </p:cNvSpPr>
          <p:nvPr/>
        </p:nvSpPr>
        <p:spPr bwMode="auto">
          <a:xfrm>
            <a:off x="446088" y="303213"/>
            <a:ext cx="5614987" cy="123110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0"/>
                <a:headEnd/>
                <a:tailEnd/>
              </a14:hiddenLine>
            </a:ext>
          </a:extLst>
        </p:spPr>
        <p:txBody>
          <a:bodyPr lIns="45720" rIns="45720">
            <a:spAutoFit/>
          </a:bodyPr>
          <a:lstStyle>
            <a:lvl1pPr>
              <a:defRPr>
                <a:solidFill>
                  <a:srgbClr val="535353"/>
                </a:solidFill>
                <a:latin typeface="Arial" panose="020B0604020202020204" pitchFamily="34" charset="0"/>
                <a:cs typeface="Arial" panose="020B0604020202020204" pitchFamily="34" charset="0"/>
                <a:sym typeface="Arial" panose="020B0604020202020204" pitchFamily="34" charset="0"/>
              </a:defRPr>
            </a:lvl1pPr>
            <a:lvl2pPr marL="37931725" indent="-37474525">
              <a:defRPr>
                <a:solidFill>
                  <a:srgbClr val="535353"/>
                </a:solidFill>
                <a:latin typeface="Arial" panose="020B0604020202020204" pitchFamily="34" charset="0"/>
                <a:cs typeface="Arial" panose="020B0604020202020204" pitchFamily="34" charset="0"/>
                <a:sym typeface="Arial" panose="020B0604020202020204" pitchFamily="34" charset="0"/>
              </a:defRPr>
            </a:lvl2pPr>
            <a:lvl3pPr marL="1143000" indent="-228600">
              <a:defRPr>
                <a:solidFill>
                  <a:srgbClr val="535353"/>
                </a:solidFill>
                <a:latin typeface="Arial" panose="020B0604020202020204" pitchFamily="34" charset="0"/>
                <a:cs typeface="Arial" panose="020B0604020202020204" pitchFamily="34" charset="0"/>
                <a:sym typeface="Arial" panose="020B0604020202020204" pitchFamily="34" charset="0"/>
              </a:defRPr>
            </a:lvl3pPr>
            <a:lvl4pPr marL="1600200" indent="-228600">
              <a:defRPr>
                <a:solidFill>
                  <a:srgbClr val="535353"/>
                </a:solidFill>
                <a:latin typeface="Arial" panose="020B0604020202020204" pitchFamily="34" charset="0"/>
                <a:cs typeface="Arial" panose="020B0604020202020204" pitchFamily="34" charset="0"/>
                <a:sym typeface="Arial" panose="020B0604020202020204" pitchFamily="34" charset="0"/>
              </a:defRPr>
            </a:lvl4pPr>
            <a:lvl5pPr marL="2057400" indent="-228600">
              <a:defRPr>
                <a:solidFill>
                  <a:srgbClr val="535353"/>
                </a:solidFill>
                <a:latin typeface="Arial" panose="020B0604020202020204" pitchFamily="34" charset="0"/>
                <a:cs typeface="Arial" panose="020B0604020202020204" pitchFamily="34" charset="0"/>
                <a:sym typeface="Arial" panose="020B0604020202020204" pitchFamily="34" charset="0"/>
              </a:defRPr>
            </a:lvl5pPr>
            <a:lvl6pPr marL="2514600" indent="-228600" defTabSz="457200" eaLnBrk="0" fontAlgn="base" hangingPunct="0">
              <a:spcBef>
                <a:spcPct val="0"/>
              </a:spcBef>
              <a:spcAft>
                <a:spcPct val="0"/>
              </a:spcAft>
              <a:defRPr>
                <a:solidFill>
                  <a:srgbClr val="535353"/>
                </a:solidFill>
                <a:latin typeface="Arial" panose="020B0604020202020204" pitchFamily="34" charset="0"/>
                <a:cs typeface="Arial" panose="020B0604020202020204" pitchFamily="34" charset="0"/>
                <a:sym typeface="Arial" panose="020B0604020202020204" pitchFamily="34" charset="0"/>
              </a:defRPr>
            </a:lvl6pPr>
            <a:lvl7pPr marL="2971800" indent="-228600" defTabSz="457200" eaLnBrk="0" fontAlgn="base" hangingPunct="0">
              <a:spcBef>
                <a:spcPct val="0"/>
              </a:spcBef>
              <a:spcAft>
                <a:spcPct val="0"/>
              </a:spcAft>
              <a:defRPr>
                <a:solidFill>
                  <a:srgbClr val="535353"/>
                </a:solidFill>
                <a:latin typeface="Arial" panose="020B0604020202020204" pitchFamily="34" charset="0"/>
                <a:cs typeface="Arial" panose="020B0604020202020204" pitchFamily="34" charset="0"/>
                <a:sym typeface="Arial" panose="020B0604020202020204" pitchFamily="34" charset="0"/>
              </a:defRPr>
            </a:lvl7pPr>
            <a:lvl8pPr marL="3429000" indent="-228600" defTabSz="457200" eaLnBrk="0" fontAlgn="base" hangingPunct="0">
              <a:spcBef>
                <a:spcPct val="0"/>
              </a:spcBef>
              <a:spcAft>
                <a:spcPct val="0"/>
              </a:spcAft>
              <a:defRPr>
                <a:solidFill>
                  <a:srgbClr val="535353"/>
                </a:solidFill>
                <a:latin typeface="Arial" panose="020B0604020202020204" pitchFamily="34" charset="0"/>
                <a:cs typeface="Arial" panose="020B0604020202020204" pitchFamily="34" charset="0"/>
                <a:sym typeface="Arial" panose="020B0604020202020204" pitchFamily="34" charset="0"/>
              </a:defRPr>
            </a:lvl8pPr>
            <a:lvl9pPr marL="3886200" indent="-228600" defTabSz="457200" eaLnBrk="0" fontAlgn="base" hangingPunct="0">
              <a:spcBef>
                <a:spcPct val="0"/>
              </a:spcBef>
              <a:spcAft>
                <a:spcPct val="0"/>
              </a:spcAft>
              <a:defRPr>
                <a:solidFill>
                  <a:srgbClr val="535353"/>
                </a:solidFill>
                <a:latin typeface="Arial" panose="020B0604020202020204" pitchFamily="34" charset="0"/>
                <a:cs typeface="Arial" panose="020B0604020202020204" pitchFamily="34" charset="0"/>
                <a:sym typeface="Arial" panose="020B0604020202020204" pitchFamily="34" charset="0"/>
              </a:defRPr>
            </a:lvl9pPr>
          </a:lstStyle>
          <a:p>
            <a:pPr eaLnBrk="1"/>
            <a:r>
              <a:rPr lang="es-ES" altLang="es-ES" sz="2800" dirty="0">
                <a:solidFill>
                  <a:srgbClr val="0098CD"/>
                </a:solidFill>
                <a:latin typeface="Arial " charset="0"/>
                <a:sym typeface="Arial Narrow" panose="020B0606020202030204" pitchFamily="34" charset="0"/>
              </a:rPr>
              <a:t>Desarrollo de la Propuesta: El Prototipo Funcional (Demo)</a:t>
            </a:r>
          </a:p>
          <a:p>
            <a:pPr eaLnBrk="1"/>
            <a:endParaRPr lang="es-ES_tradnl" altLang="es-ES" dirty="0">
              <a:solidFill>
                <a:srgbClr val="000000"/>
              </a:solidFill>
              <a:sym typeface="Arial Narrow" panose="020B0606020202030204" pitchFamily="34" charset="0"/>
            </a:endParaRPr>
          </a:p>
        </p:txBody>
      </p:sp>
      <p:sp>
        <p:nvSpPr>
          <p:cNvPr id="9220" name="Rectangle 3">
            <a:extLst>
              <a:ext uri="{FF2B5EF4-FFF2-40B4-BE49-F238E27FC236}">
                <a16:creationId xmlns:a16="http://schemas.microsoft.com/office/drawing/2014/main" id="{9A33DF00-74EC-E790-DA34-A3F061E4F983}"/>
              </a:ext>
            </a:extLst>
          </p:cNvPr>
          <p:cNvSpPr>
            <a:spLocks/>
          </p:cNvSpPr>
          <p:nvPr/>
        </p:nvSpPr>
        <p:spPr bwMode="auto">
          <a:xfrm>
            <a:off x="6041603" y="303213"/>
            <a:ext cx="3672408" cy="10156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0"/>
                <a:headEnd/>
                <a:tailEnd/>
              </a14:hiddenLine>
            </a:ext>
          </a:extLst>
        </p:spPr>
        <p:txBody>
          <a:bodyPr wrap="square" lIns="45720" rIns="45720">
            <a:spAutoFit/>
          </a:bodyPr>
          <a:lstStyle>
            <a:lvl1pPr marL="228600" indent="-228600">
              <a:defRPr>
                <a:solidFill>
                  <a:srgbClr val="535353"/>
                </a:solidFill>
                <a:latin typeface="Arial" panose="020B0604020202020204" pitchFamily="34" charset="0"/>
                <a:cs typeface="Arial" panose="020B0604020202020204" pitchFamily="34" charset="0"/>
                <a:sym typeface="Arial" panose="020B0604020202020204" pitchFamily="34" charset="0"/>
              </a:defRPr>
            </a:lvl1pPr>
            <a:lvl2pPr marL="37931725" indent="-37474525">
              <a:defRPr>
                <a:solidFill>
                  <a:srgbClr val="535353"/>
                </a:solidFill>
                <a:latin typeface="Arial" panose="020B0604020202020204" pitchFamily="34" charset="0"/>
                <a:cs typeface="Arial" panose="020B0604020202020204" pitchFamily="34" charset="0"/>
                <a:sym typeface="Arial" panose="020B0604020202020204" pitchFamily="34" charset="0"/>
              </a:defRPr>
            </a:lvl2pPr>
            <a:lvl3pPr marL="1143000" indent="-228600">
              <a:defRPr>
                <a:solidFill>
                  <a:srgbClr val="535353"/>
                </a:solidFill>
                <a:latin typeface="Arial" panose="020B0604020202020204" pitchFamily="34" charset="0"/>
                <a:cs typeface="Arial" panose="020B0604020202020204" pitchFamily="34" charset="0"/>
                <a:sym typeface="Arial" panose="020B0604020202020204" pitchFamily="34" charset="0"/>
              </a:defRPr>
            </a:lvl3pPr>
            <a:lvl4pPr marL="1600200" indent="-228600">
              <a:defRPr>
                <a:solidFill>
                  <a:srgbClr val="535353"/>
                </a:solidFill>
                <a:latin typeface="Arial" panose="020B0604020202020204" pitchFamily="34" charset="0"/>
                <a:cs typeface="Arial" panose="020B0604020202020204" pitchFamily="34" charset="0"/>
                <a:sym typeface="Arial" panose="020B0604020202020204" pitchFamily="34" charset="0"/>
              </a:defRPr>
            </a:lvl4pPr>
            <a:lvl5pPr marL="2057400" indent="-228600">
              <a:defRPr>
                <a:solidFill>
                  <a:srgbClr val="535353"/>
                </a:solidFill>
                <a:latin typeface="Arial" panose="020B0604020202020204" pitchFamily="34" charset="0"/>
                <a:cs typeface="Arial" panose="020B0604020202020204" pitchFamily="34" charset="0"/>
                <a:sym typeface="Arial" panose="020B0604020202020204" pitchFamily="34" charset="0"/>
              </a:defRPr>
            </a:lvl5pPr>
            <a:lvl6pPr marL="2514600" indent="-228600" defTabSz="457200" eaLnBrk="0" fontAlgn="base" hangingPunct="0">
              <a:spcBef>
                <a:spcPct val="0"/>
              </a:spcBef>
              <a:spcAft>
                <a:spcPct val="0"/>
              </a:spcAft>
              <a:defRPr>
                <a:solidFill>
                  <a:srgbClr val="535353"/>
                </a:solidFill>
                <a:latin typeface="Arial" panose="020B0604020202020204" pitchFamily="34" charset="0"/>
                <a:cs typeface="Arial" panose="020B0604020202020204" pitchFamily="34" charset="0"/>
                <a:sym typeface="Arial" panose="020B0604020202020204" pitchFamily="34" charset="0"/>
              </a:defRPr>
            </a:lvl6pPr>
            <a:lvl7pPr marL="2971800" indent="-228600" defTabSz="457200" eaLnBrk="0" fontAlgn="base" hangingPunct="0">
              <a:spcBef>
                <a:spcPct val="0"/>
              </a:spcBef>
              <a:spcAft>
                <a:spcPct val="0"/>
              </a:spcAft>
              <a:defRPr>
                <a:solidFill>
                  <a:srgbClr val="535353"/>
                </a:solidFill>
                <a:latin typeface="Arial" panose="020B0604020202020204" pitchFamily="34" charset="0"/>
                <a:cs typeface="Arial" panose="020B0604020202020204" pitchFamily="34" charset="0"/>
                <a:sym typeface="Arial" panose="020B0604020202020204" pitchFamily="34" charset="0"/>
              </a:defRPr>
            </a:lvl7pPr>
            <a:lvl8pPr marL="3429000" indent="-228600" defTabSz="457200" eaLnBrk="0" fontAlgn="base" hangingPunct="0">
              <a:spcBef>
                <a:spcPct val="0"/>
              </a:spcBef>
              <a:spcAft>
                <a:spcPct val="0"/>
              </a:spcAft>
              <a:defRPr>
                <a:solidFill>
                  <a:srgbClr val="535353"/>
                </a:solidFill>
                <a:latin typeface="Arial" panose="020B0604020202020204" pitchFamily="34" charset="0"/>
                <a:cs typeface="Arial" panose="020B0604020202020204" pitchFamily="34" charset="0"/>
                <a:sym typeface="Arial" panose="020B0604020202020204" pitchFamily="34" charset="0"/>
              </a:defRPr>
            </a:lvl8pPr>
            <a:lvl9pPr marL="3886200" indent="-228600" defTabSz="457200" eaLnBrk="0" fontAlgn="base" hangingPunct="0">
              <a:spcBef>
                <a:spcPct val="0"/>
              </a:spcBef>
              <a:spcAft>
                <a:spcPct val="0"/>
              </a:spcAft>
              <a:defRPr>
                <a:solidFill>
                  <a:srgbClr val="535353"/>
                </a:solidFill>
                <a:latin typeface="Arial" panose="020B0604020202020204" pitchFamily="34" charset="0"/>
                <a:cs typeface="Arial" panose="020B0604020202020204" pitchFamily="34" charset="0"/>
                <a:sym typeface="Arial" panose="020B0604020202020204" pitchFamily="34" charset="0"/>
              </a:defRPr>
            </a:lvl9pPr>
          </a:lstStyle>
          <a:p>
            <a:pPr eaLnBrk="1">
              <a:buClr>
                <a:srgbClr val="0098CD"/>
              </a:buClr>
              <a:buSzPct val="50000"/>
              <a:buFont typeface="Arial Narrow" panose="020B0606020202030204" pitchFamily="34" charset="0"/>
              <a:buChar char="►"/>
            </a:pPr>
            <a:r>
              <a:rPr lang="es-ES" altLang="es-ES" sz="2000" dirty="0">
                <a:sym typeface="Arial Narrow" panose="020B0606020202030204" pitchFamily="34" charset="0"/>
              </a:rPr>
              <a:t>Gestión Operativa.</a:t>
            </a:r>
          </a:p>
          <a:p>
            <a:pPr eaLnBrk="1">
              <a:buClr>
                <a:srgbClr val="0098CD"/>
              </a:buClr>
              <a:buSzPct val="50000"/>
              <a:buFont typeface="Arial Narrow" panose="020B0606020202030204" pitchFamily="34" charset="0"/>
              <a:buChar char="►"/>
            </a:pPr>
            <a:r>
              <a:rPr lang="es-ES" altLang="es-ES" sz="2000" dirty="0">
                <a:sym typeface="Arial Narrow" panose="020B0606020202030204" pitchFamily="34" charset="0"/>
              </a:rPr>
              <a:t>Optimización Dinámica.</a:t>
            </a:r>
          </a:p>
          <a:p>
            <a:pPr eaLnBrk="1">
              <a:buClr>
                <a:srgbClr val="0098CD"/>
              </a:buClr>
              <a:buSzPct val="50000"/>
              <a:buFont typeface="Arial Narrow" panose="020B0606020202030204" pitchFamily="34" charset="0"/>
              <a:buChar char="►"/>
            </a:pPr>
            <a:r>
              <a:rPr lang="es-ES" altLang="es-ES" sz="2000" dirty="0" err="1">
                <a:sym typeface="Arial Narrow" panose="020B0606020202030204" pitchFamily="34" charset="0"/>
              </a:rPr>
              <a:t>Decision</a:t>
            </a:r>
            <a:r>
              <a:rPr lang="es-ES" altLang="es-ES" sz="2000" dirty="0">
                <a:sym typeface="Arial Narrow" panose="020B0606020202030204" pitchFamily="34" charset="0"/>
              </a:rPr>
              <a:t> </a:t>
            </a:r>
            <a:r>
              <a:rPr lang="es-ES" altLang="es-ES" sz="2000" dirty="0" err="1">
                <a:sym typeface="Arial Narrow" panose="020B0606020202030204" pitchFamily="34" charset="0"/>
              </a:rPr>
              <a:t>Copilot</a:t>
            </a:r>
            <a:r>
              <a:rPr lang="es-ES" altLang="es-ES" sz="2000" dirty="0">
                <a:sym typeface="Arial Narrow" panose="020B0606020202030204" pitchFamily="34" charset="0"/>
              </a:rPr>
              <a:t>.</a:t>
            </a:r>
          </a:p>
        </p:txBody>
      </p:sp>
      <p:sp>
        <p:nvSpPr>
          <p:cNvPr id="9221" name="Marcador de número de diapositiva 1">
            <a:extLst>
              <a:ext uri="{FF2B5EF4-FFF2-40B4-BE49-F238E27FC236}">
                <a16:creationId xmlns:a16="http://schemas.microsoft.com/office/drawing/2014/main" id="{4B880D82-4790-3E2F-5932-517ADD6DAE6E}"/>
              </a:ext>
            </a:extLst>
          </p:cNvPr>
          <p:cNvSpPr>
            <a:spLocks noGrp="1"/>
          </p:cNvSpPr>
          <p:nvPr>
            <p:ph type="sldNum" sz="quarter" idx="10"/>
          </p:nvPr>
        </p:nvSpPr>
        <p:spPr>
          <a:noFill/>
          <a:ln w="9525"/>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0"/>
                <a:headEnd/>
                <a:tailEnd/>
              </a14:hiddenLine>
            </a:ext>
          </a:extLst>
        </p:spPr>
        <p:txBody>
          <a:bodyPr/>
          <a:lstStyle>
            <a:lvl1pPr>
              <a:defRPr>
                <a:solidFill>
                  <a:srgbClr val="535353"/>
                </a:solidFill>
                <a:latin typeface="Arial" panose="020B0604020202020204" pitchFamily="34" charset="0"/>
                <a:cs typeface="Arial" panose="020B0604020202020204" pitchFamily="34" charset="0"/>
                <a:sym typeface="Arial" panose="020B0604020202020204" pitchFamily="34" charset="0"/>
              </a:defRPr>
            </a:lvl1pPr>
            <a:lvl2pPr marL="742950" indent="-285750">
              <a:defRPr>
                <a:solidFill>
                  <a:srgbClr val="535353"/>
                </a:solidFill>
                <a:latin typeface="Arial" panose="020B0604020202020204" pitchFamily="34" charset="0"/>
                <a:cs typeface="Arial" panose="020B0604020202020204" pitchFamily="34" charset="0"/>
                <a:sym typeface="Arial" panose="020B0604020202020204" pitchFamily="34" charset="0"/>
              </a:defRPr>
            </a:lvl2pPr>
            <a:lvl3pPr marL="1143000" indent="-228600">
              <a:defRPr>
                <a:solidFill>
                  <a:srgbClr val="535353"/>
                </a:solidFill>
                <a:latin typeface="Arial" panose="020B0604020202020204" pitchFamily="34" charset="0"/>
                <a:cs typeface="Arial" panose="020B0604020202020204" pitchFamily="34" charset="0"/>
                <a:sym typeface="Arial" panose="020B0604020202020204" pitchFamily="34" charset="0"/>
              </a:defRPr>
            </a:lvl3pPr>
            <a:lvl4pPr marL="1600200" indent="-228600">
              <a:defRPr>
                <a:solidFill>
                  <a:srgbClr val="535353"/>
                </a:solidFill>
                <a:latin typeface="Arial" panose="020B0604020202020204" pitchFamily="34" charset="0"/>
                <a:cs typeface="Arial" panose="020B0604020202020204" pitchFamily="34" charset="0"/>
                <a:sym typeface="Arial" panose="020B0604020202020204" pitchFamily="34" charset="0"/>
              </a:defRPr>
            </a:lvl4pPr>
            <a:lvl5pPr marL="2057400" indent="-228600">
              <a:defRPr>
                <a:solidFill>
                  <a:srgbClr val="535353"/>
                </a:solidFill>
                <a:latin typeface="Arial" panose="020B0604020202020204" pitchFamily="34" charset="0"/>
                <a:cs typeface="Arial" panose="020B0604020202020204" pitchFamily="34" charset="0"/>
                <a:sym typeface="Arial" panose="020B0604020202020204" pitchFamily="34" charset="0"/>
              </a:defRPr>
            </a:lvl5pPr>
            <a:lvl6pPr marL="2514600" indent="-228600" defTabSz="457200" eaLnBrk="0" fontAlgn="base" hangingPunct="0">
              <a:spcBef>
                <a:spcPct val="0"/>
              </a:spcBef>
              <a:spcAft>
                <a:spcPct val="0"/>
              </a:spcAft>
              <a:defRPr>
                <a:solidFill>
                  <a:srgbClr val="535353"/>
                </a:solidFill>
                <a:latin typeface="Arial" panose="020B0604020202020204" pitchFamily="34" charset="0"/>
                <a:cs typeface="Arial" panose="020B0604020202020204" pitchFamily="34" charset="0"/>
                <a:sym typeface="Arial" panose="020B0604020202020204" pitchFamily="34" charset="0"/>
              </a:defRPr>
            </a:lvl6pPr>
            <a:lvl7pPr marL="2971800" indent="-228600" defTabSz="457200" eaLnBrk="0" fontAlgn="base" hangingPunct="0">
              <a:spcBef>
                <a:spcPct val="0"/>
              </a:spcBef>
              <a:spcAft>
                <a:spcPct val="0"/>
              </a:spcAft>
              <a:defRPr>
                <a:solidFill>
                  <a:srgbClr val="535353"/>
                </a:solidFill>
                <a:latin typeface="Arial" panose="020B0604020202020204" pitchFamily="34" charset="0"/>
                <a:cs typeface="Arial" panose="020B0604020202020204" pitchFamily="34" charset="0"/>
                <a:sym typeface="Arial" panose="020B0604020202020204" pitchFamily="34" charset="0"/>
              </a:defRPr>
            </a:lvl7pPr>
            <a:lvl8pPr marL="3429000" indent="-228600" defTabSz="457200" eaLnBrk="0" fontAlgn="base" hangingPunct="0">
              <a:spcBef>
                <a:spcPct val="0"/>
              </a:spcBef>
              <a:spcAft>
                <a:spcPct val="0"/>
              </a:spcAft>
              <a:defRPr>
                <a:solidFill>
                  <a:srgbClr val="535353"/>
                </a:solidFill>
                <a:latin typeface="Arial" panose="020B0604020202020204" pitchFamily="34" charset="0"/>
                <a:cs typeface="Arial" panose="020B0604020202020204" pitchFamily="34" charset="0"/>
                <a:sym typeface="Arial" panose="020B0604020202020204" pitchFamily="34" charset="0"/>
              </a:defRPr>
            </a:lvl8pPr>
            <a:lvl9pPr marL="3886200" indent="-228600" defTabSz="457200" eaLnBrk="0" fontAlgn="base" hangingPunct="0">
              <a:spcBef>
                <a:spcPct val="0"/>
              </a:spcBef>
              <a:spcAft>
                <a:spcPct val="0"/>
              </a:spcAft>
              <a:defRPr>
                <a:solidFill>
                  <a:srgbClr val="535353"/>
                </a:solidFill>
                <a:latin typeface="Arial" panose="020B0604020202020204" pitchFamily="34" charset="0"/>
                <a:cs typeface="Arial" panose="020B0604020202020204" pitchFamily="34" charset="0"/>
                <a:sym typeface="Arial" panose="020B0604020202020204" pitchFamily="34" charset="0"/>
              </a:defRPr>
            </a:lvl9pPr>
          </a:lstStyle>
          <a:p>
            <a:fld id="{58686564-1021-4E50-A8CB-A563BA9F6AC5}" type="slidenum">
              <a:rPr lang="es-ES_tradnl" altLang="es-ES">
                <a:solidFill>
                  <a:srgbClr val="FFFFFF"/>
                </a:solidFill>
              </a:rPr>
              <a:pPr/>
              <a:t>6</a:t>
            </a:fld>
            <a:endParaRPr lang="es-ES_tradnl" altLang="es-ES">
              <a:solidFill>
                <a:srgbClr val="FFFFFF"/>
              </a:solidFill>
            </a:endParaRPr>
          </a:p>
        </p:txBody>
      </p:sp>
      <p:pic>
        <p:nvPicPr>
          <p:cNvPr id="4" name="Picture 3">
            <a:extLst>
              <a:ext uri="{FF2B5EF4-FFF2-40B4-BE49-F238E27FC236}">
                <a16:creationId xmlns:a16="http://schemas.microsoft.com/office/drawing/2014/main" id="{B367E8E1-A1C5-6ABC-6456-FD1B59166DDD}"/>
              </a:ext>
            </a:extLst>
          </p:cNvPr>
          <p:cNvPicPr>
            <a:picLocks noChangeAspect="1"/>
          </p:cNvPicPr>
          <p:nvPr/>
        </p:nvPicPr>
        <p:blipFill>
          <a:blip r:embed="rId3"/>
          <a:stretch>
            <a:fillRect/>
          </a:stretch>
        </p:blipFill>
        <p:spPr>
          <a:xfrm>
            <a:off x="323528" y="1642040"/>
            <a:ext cx="8434710" cy="4733166"/>
          </a:xfrm>
          <a:prstGeom prst="rect">
            <a:avLst/>
          </a:prstGeom>
        </p:spPr>
      </p:pic>
    </p:spTree>
    <p:extLst>
      <p:ext uri="{BB962C8B-B14F-4D97-AF65-F5344CB8AC3E}">
        <p14:creationId xmlns:p14="http://schemas.microsoft.com/office/powerpoint/2010/main" val="119109990"/>
      </p:ext>
    </p:extLst>
  </p:cSld>
  <p:clrMapOvr>
    <a:masterClrMapping/>
  </p:clrMapOvr>
  <p:transition spd="me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242" name="Rectangle 1">
            <a:extLst>
              <a:ext uri="{FF2B5EF4-FFF2-40B4-BE49-F238E27FC236}">
                <a16:creationId xmlns:a16="http://schemas.microsoft.com/office/drawing/2014/main" id="{14613F77-12BD-D1A4-94F5-8C067DAC4CBB}"/>
              </a:ext>
            </a:extLst>
          </p:cNvPr>
          <p:cNvSpPr>
            <a:spLocks/>
          </p:cNvSpPr>
          <p:nvPr/>
        </p:nvSpPr>
        <p:spPr bwMode="auto">
          <a:xfrm>
            <a:off x="8485188" y="6559550"/>
            <a:ext cx="273050" cy="1730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0"/>
                <a:headEnd/>
                <a:tailEnd/>
              </a14:hiddenLine>
            </a:ext>
          </a:extLst>
        </p:spPr>
        <p:txBody>
          <a:bodyPr lIns="0" tIns="0" rIns="0" bIns="0">
            <a:spAutoFit/>
          </a:bodyPr>
          <a:lstStyle>
            <a:lvl1pPr>
              <a:defRPr>
                <a:solidFill>
                  <a:srgbClr val="535353"/>
                </a:solidFill>
                <a:latin typeface="Arial" panose="020B0604020202020204" pitchFamily="34" charset="0"/>
                <a:cs typeface="Arial" panose="020B0604020202020204" pitchFamily="34" charset="0"/>
                <a:sym typeface="Arial" panose="020B0604020202020204" pitchFamily="34" charset="0"/>
              </a:defRPr>
            </a:lvl1pPr>
            <a:lvl2pPr marL="37931725" indent="-37474525">
              <a:defRPr>
                <a:solidFill>
                  <a:srgbClr val="535353"/>
                </a:solidFill>
                <a:latin typeface="Arial" panose="020B0604020202020204" pitchFamily="34" charset="0"/>
                <a:cs typeface="Arial" panose="020B0604020202020204" pitchFamily="34" charset="0"/>
                <a:sym typeface="Arial" panose="020B0604020202020204" pitchFamily="34" charset="0"/>
              </a:defRPr>
            </a:lvl2pPr>
            <a:lvl3pPr marL="1143000" indent="-228600">
              <a:defRPr>
                <a:solidFill>
                  <a:srgbClr val="535353"/>
                </a:solidFill>
                <a:latin typeface="Arial" panose="020B0604020202020204" pitchFamily="34" charset="0"/>
                <a:cs typeface="Arial" panose="020B0604020202020204" pitchFamily="34" charset="0"/>
                <a:sym typeface="Arial" panose="020B0604020202020204" pitchFamily="34" charset="0"/>
              </a:defRPr>
            </a:lvl3pPr>
            <a:lvl4pPr marL="1600200" indent="-228600">
              <a:defRPr>
                <a:solidFill>
                  <a:srgbClr val="535353"/>
                </a:solidFill>
                <a:latin typeface="Arial" panose="020B0604020202020204" pitchFamily="34" charset="0"/>
                <a:cs typeface="Arial" panose="020B0604020202020204" pitchFamily="34" charset="0"/>
                <a:sym typeface="Arial" panose="020B0604020202020204" pitchFamily="34" charset="0"/>
              </a:defRPr>
            </a:lvl4pPr>
            <a:lvl5pPr marL="2057400" indent="-228600">
              <a:defRPr>
                <a:solidFill>
                  <a:srgbClr val="535353"/>
                </a:solidFill>
                <a:latin typeface="Arial" panose="020B0604020202020204" pitchFamily="34" charset="0"/>
                <a:cs typeface="Arial" panose="020B0604020202020204" pitchFamily="34" charset="0"/>
                <a:sym typeface="Arial" panose="020B0604020202020204" pitchFamily="34" charset="0"/>
              </a:defRPr>
            </a:lvl5pPr>
            <a:lvl6pPr marL="2514600" indent="-228600" defTabSz="457200" eaLnBrk="0" fontAlgn="base" hangingPunct="0">
              <a:spcBef>
                <a:spcPct val="0"/>
              </a:spcBef>
              <a:spcAft>
                <a:spcPct val="0"/>
              </a:spcAft>
              <a:defRPr>
                <a:solidFill>
                  <a:srgbClr val="535353"/>
                </a:solidFill>
                <a:latin typeface="Arial" panose="020B0604020202020204" pitchFamily="34" charset="0"/>
                <a:cs typeface="Arial" panose="020B0604020202020204" pitchFamily="34" charset="0"/>
                <a:sym typeface="Arial" panose="020B0604020202020204" pitchFamily="34" charset="0"/>
              </a:defRPr>
            </a:lvl6pPr>
            <a:lvl7pPr marL="2971800" indent="-228600" defTabSz="457200" eaLnBrk="0" fontAlgn="base" hangingPunct="0">
              <a:spcBef>
                <a:spcPct val="0"/>
              </a:spcBef>
              <a:spcAft>
                <a:spcPct val="0"/>
              </a:spcAft>
              <a:defRPr>
                <a:solidFill>
                  <a:srgbClr val="535353"/>
                </a:solidFill>
                <a:latin typeface="Arial" panose="020B0604020202020204" pitchFamily="34" charset="0"/>
                <a:cs typeface="Arial" panose="020B0604020202020204" pitchFamily="34" charset="0"/>
                <a:sym typeface="Arial" panose="020B0604020202020204" pitchFamily="34" charset="0"/>
              </a:defRPr>
            </a:lvl7pPr>
            <a:lvl8pPr marL="3429000" indent="-228600" defTabSz="457200" eaLnBrk="0" fontAlgn="base" hangingPunct="0">
              <a:spcBef>
                <a:spcPct val="0"/>
              </a:spcBef>
              <a:spcAft>
                <a:spcPct val="0"/>
              </a:spcAft>
              <a:defRPr>
                <a:solidFill>
                  <a:srgbClr val="535353"/>
                </a:solidFill>
                <a:latin typeface="Arial" panose="020B0604020202020204" pitchFamily="34" charset="0"/>
                <a:cs typeface="Arial" panose="020B0604020202020204" pitchFamily="34" charset="0"/>
                <a:sym typeface="Arial" panose="020B0604020202020204" pitchFamily="34" charset="0"/>
              </a:defRPr>
            </a:lvl8pPr>
            <a:lvl9pPr marL="3886200" indent="-228600" defTabSz="457200" eaLnBrk="0" fontAlgn="base" hangingPunct="0">
              <a:spcBef>
                <a:spcPct val="0"/>
              </a:spcBef>
              <a:spcAft>
                <a:spcPct val="0"/>
              </a:spcAft>
              <a:defRPr>
                <a:solidFill>
                  <a:srgbClr val="535353"/>
                </a:solidFill>
                <a:latin typeface="Arial" panose="020B0604020202020204" pitchFamily="34" charset="0"/>
                <a:cs typeface="Arial" panose="020B0604020202020204" pitchFamily="34" charset="0"/>
                <a:sym typeface="Arial" panose="020B0604020202020204" pitchFamily="34" charset="0"/>
              </a:defRPr>
            </a:lvl9pPr>
          </a:lstStyle>
          <a:p>
            <a:pPr algn="r" eaLnBrk="1"/>
            <a:fld id="{9017084D-3020-44DA-8389-0AAB1CAD9096}" type="slidenum">
              <a:rPr lang="es-ES_tradnl" altLang="es-ES" sz="1200">
                <a:solidFill>
                  <a:srgbClr val="FFFFFF"/>
                </a:solidFill>
              </a:rPr>
              <a:pPr algn="r" eaLnBrk="1"/>
              <a:t>7</a:t>
            </a:fld>
            <a:endParaRPr lang="es-ES_tradnl" altLang="es-ES">
              <a:solidFill>
                <a:srgbClr val="000000"/>
              </a:solidFill>
            </a:endParaRPr>
          </a:p>
        </p:txBody>
      </p:sp>
      <p:sp>
        <p:nvSpPr>
          <p:cNvPr id="10243" name="Rectangle 2">
            <a:extLst>
              <a:ext uri="{FF2B5EF4-FFF2-40B4-BE49-F238E27FC236}">
                <a16:creationId xmlns:a16="http://schemas.microsoft.com/office/drawing/2014/main" id="{759988DB-B1CE-192C-D42E-B68B17258A7D}"/>
              </a:ext>
            </a:extLst>
          </p:cNvPr>
          <p:cNvSpPr>
            <a:spLocks/>
          </p:cNvSpPr>
          <p:nvPr/>
        </p:nvSpPr>
        <p:spPr bwMode="auto">
          <a:xfrm>
            <a:off x="446088" y="303213"/>
            <a:ext cx="7798320" cy="5232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0"/>
                <a:headEnd/>
                <a:tailEnd/>
              </a14:hiddenLine>
            </a:ext>
          </a:extLst>
        </p:spPr>
        <p:txBody>
          <a:bodyPr wrap="square" lIns="45720" rIns="45720">
            <a:spAutoFit/>
          </a:bodyPr>
          <a:lstStyle>
            <a:lvl1pPr>
              <a:defRPr>
                <a:solidFill>
                  <a:srgbClr val="535353"/>
                </a:solidFill>
                <a:latin typeface="Arial" panose="020B0604020202020204" pitchFamily="34" charset="0"/>
                <a:cs typeface="Arial" panose="020B0604020202020204" pitchFamily="34" charset="0"/>
                <a:sym typeface="Arial" panose="020B0604020202020204" pitchFamily="34" charset="0"/>
              </a:defRPr>
            </a:lvl1pPr>
            <a:lvl2pPr marL="37931725" indent="-37474525">
              <a:defRPr>
                <a:solidFill>
                  <a:srgbClr val="535353"/>
                </a:solidFill>
                <a:latin typeface="Arial" panose="020B0604020202020204" pitchFamily="34" charset="0"/>
                <a:cs typeface="Arial" panose="020B0604020202020204" pitchFamily="34" charset="0"/>
                <a:sym typeface="Arial" panose="020B0604020202020204" pitchFamily="34" charset="0"/>
              </a:defRPr>
            </a:lvl2pPr>
            <a:lvl3pPr marL="1143000" indent="-228600">
              <a:defRPr>
                <a:solidFill>
                  <a:srgbClr val="535353"/>
                </a:solidFill>
                <a:latin typeface="Arial" panose="020B0604020202020204" pitchFamily="34" charset="0"/>
                <a:cs typeface="Arial" panose="020B0604020202020204" pitchFamily="34" charset="0"/>
                <a:sym typeface="Arial" panose="020B0604020202020204" pitchFamily="34" charset="0"/>
              </a:defRPr>
            </a:lvl3pPr>
            <a:lvl4pPr marL="1600200" indent="-228600">
              <a:defRPr>
                <a:solidFill>
                  <a:srgbClr val="535353"/>
                </a:solidFill>
                <a:latin typeface="Arial" panose="020B0604020202020204" pitchFamily="34" charset="0"/>
                <a:cs typeface="Arial" panose="020B0604020202020204" pitchFamily="34" charset="0"/>
                <a:sym typeface="Arial" panose="020B0604020202020204" pitchFamily="34" charset="0"/>
              </a:defRPr>
            </a:lvl4pPr>
            <a:lvl5pPr marL="2057400" indent="-228600">
              <a:defRPr>
                <a:solidFill>
                  <a:srgbClr val="535353"/>
                </a:solidFill>
                <a:latin typeface="Arial" panose="020B0604020202020204" pitchFamily="34" charset="0"/>
                <a:cs typeface="Arial" panose="020B0604020202020204" pitchFamily="34" charset="0"/>
                <a:sym typeface="Arial" panose="020B0604020202020204" pitchFamily="34" charset="0"/>
              </a:defRPr>
            </a:lvl5pPr>
            <a:lvl6pPr marL="2514600" indent="-228600" defTabSz="457200" eaLnBrk="0" fontAlgn="base" hangingPunct="0">
              <a:spcBef>
                <a:spcPct val="0"/>
              </a:spcBef>
              <a:spcAft>
                <a:spcPct val="0"/>
              </a:spcAft>
              <a:defRPr>
                <a:solidFill>
                  <a:srgbClr val="535353"/>
                </a:solidFill>
                <a:latin typeface="Arial" panose="020B0604020202020204" pitchFamily="34" charset="0"/>
                <a:cs typeface="Arial" panose="020B0604020202020204" pitchFamily="34" charset="0"/>
                <a:sym typeface="Arial" panose="020B0604020202020204" pitchFamily="34" charset="0"/>
              </a:defRPr>
            </a:lvl6pPr>
            <a:lvl7pPr marL="2971800" indent="-228600" defTabSz="457200" eaLnBrk="0" fontAlgn="base" hangingPunct="0">
              <a:spcBef>
                <a:spcPct val="0"/>
              </a:spcBef>
              <a:spcAft>
                <a:spcPct val="0"/>
              </a:spcAft>
              <a:defRPr>
                <a:solidFill>
                  <a:srgbClr val="535353"/>
                </a:solidFill>
                <a:latin typeface="Arial" panose="020B0604020202020204" pitchFamily="34" charset="0"/>
                <a:cs typeface="Arial" panose="020B0604020202020204" pitchFamily="34" charset="0"/>
                <a:sym typeface="Arial" panose="020B0604020202020204" pitchFamily="34" charset="0"/>
              </a:defRPr>
            </a:lvl7pPr>
            <a:lvl8pPr marL="3429000" indent="-228600" defTabSz="457200" eaLnBrk="0" fontAlgn="base" hangingPunct="0">
              <a:spcBef>
                <a:spcPct val="0"/>
              </a:spcBef>
              <a:spcAft>
                <a:spcPct val="0"/>
              </a:spcAft>
              <a:defRPr>
                <a:solidFill>
                  <a:srgbClr val="535353"/>
                </a:solidFill>
                <a:latin typeface="Arial" panose="020B0604020202020204" pitchFamily="34" charset="0"/>
                <a:cs typeface="Arial" panose="020B0604020202020204" pitchFamily="34" charset="0"/>
                <a:sym typeface="Arial" panose="020B0604020202020204" pitchFamily="34" charset="0"/>
              </a:defRPr>
            </a:lvl8pPr>
            <a:lvl9pPr marL="3886200" indent="-228600" defTabSz="457200" eaLnBrk="0" fontAlgn="base" hangingPunct="0">
              <a:spcBef>
                <a:spcPct val="0"/>
              </a:spcBef>
              <a:spcAft>
                <a:spcPct val="0"/>
              </a:spcAft>
              <a:defRPr>
                <a:solidFill>
                  <a:srgbClr val="535353"/>
                </a:solidFill>
                <a:latin typeface="Arial" panose="020B0604020202020204" pitchFamily="34" charset="0"/>
                <a:cs typeface="Arial" panose="020B0604020202020204" pitchFamily="34" charset="0"/>
                <a:sym typeface="Arial" panose="020B0604020202020204" pitchFamily="34" charset="0"/>
              </a:defRPr>
            </a:lvl9pPr>
          </a:lstStyle>
          <a:p>
            <a:pPr eaLnBrk="1"/>
            <a:r>
              <a:rPr lang="es-ES_tradnl" altLang="es-ES" sz="2800" dirty="0">
                <a:solidFill>
                  <a:srgbClr val="0098CD"/>
                </a:solidFill>
                <a:latin typeface="Arial " charset="0"/>
                <a:sym typeface="Arial Narrow" panose="020B0606020202030204" pitchFamily="34" charset="0"/>
              </a:rPr>
              <a:t>Evaluación y Validación: Eficiencia Económica </a:t>
            </a:r>
            <a:endParaRPr lang="es-ES_tradnl" altLang="es-ES" dirty="0">
              <a:solidFill>
                <a:srgbClr val="000000"/>
              </a:solidFill>
              <a:sym typeface="Arial Narrow" panose="020B0606020202030204" pitchFamily="34" charset="0"/>
            </a:endParaRPr>
          </a:p>
        </p:txBody>
      </p:sp>
      <p:sp>
        <p:nvSpPr>
          <p:cNvPr id="10245" name="Marcador de número de diapositiva 1">
            <a:extLst>
              <a:ext uri="{FF2B5EF4-FFF2-40B4-BE49-F238E27FC236}">
                <a16:creationId xmlns:a16="http://schemas.microsoft.com/office/drawing/2014/main" id="{A2BF9D9B-E8F8-A56A-8561-8177AA0F61FD}"/>
              </a:ext>
            </a:extLst>
          </p:cNvPr>
          <p:cNvSpPr>
            <a:spLocks noGrp="1"/>
          </p:cNvSpPr>
          <p:nvPr>
            <p:ph type="sldNum" sz="quarter" idx="10"/>
          </p:nvPr>
        </p:nvSpPr>
        <p:spPr>
          <a:noFill/>
          <a:ln w="9525"/>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0"/>
                <a:headEnd/>
                <a:tailEnd/>
              </a14:hiddenLine>
            </a:ext>
          </a:extLst>
        </p:spPr>
        <p:txBody>
          <a:bodyPr/>
          <a:lstStyle>
            <a:lvl1pPr>
              <a:defRPr>
                <a:solidFill>
                  <a:srgbClr val="535353"/>
                </a:solidFill>
                <a:latin typeface="Arial" panose="020B0604020202020204" pitchFamily="34" charset="0"/>
                <a:cs typeface="Arial" panose="020B0604020202020204" pitchFamily="34" charset="0"/>
                <a:sym typeface="Arial" panose="020B0604020202020204" pitchFamily="34" charset="0"/>
              </a:defRPr>
            </a:lvl1pPr>
            <a:lvl2pPr marL="742950" indent="-285750">
              <a:defRPr>
                <a:solidFill>
                  <a:srgbClr val="535353"/>
                </a:solidFill>
                <a:latin typeface="Arial" panose="020B0604020202020204" pitchFamily="34" charset="0"/>
                <a:cs typeface="Arial" panose="020B0604020202020204" pitchFamily="34" charset="0"/>
                <a:sym typeface="Arial" panose="020B0604020202020204" pitchFamily="34" charset="0"/>
              </a:defRPr>
            </a:lvl2pPr>
            <a:lvl3pPr marL="1143000" indent="-228600">
              <a:defRPr>
                <a:solidFill>
                  <a:srgbClr val="535353"/>
                </a:solidFill>
                <a:latin typeface="Arial" panose="020B0604020202020204" pitchFamily="34" charset="0"/>
                <a:cs typeface="Arial" panose="020B0604020202020204" pitchFamily="34" charset="0"/>
                <a:sym typeface="Arial" panose="020B0604020202020204" pitchFamily="34" charset="0"/>
              </a:defRPr>
            </a:lvl3pPr>
            <a:lvl4pPr marL="1600200" indent="-228600">
              <a:defRPr>
                <a:solidFill>
                  <a:srgbClr val="535353"/>
                </a:solidFill>
                <a:latin typeface="Arial" panose="020B0604020202020204" pitchFamily="34" charset="0"/>
                <a:cs typeface="Arial" panose="020B0604020202020204" pitchFamily="34" charset="0"/>
                <a:sym typeface="Arial" panose="020B0604020202020204" pitchFamily="34" charset="0"/>
              </a:defRPr>
            </a:lvl4pPr>
            <a:lvl5pPr marL="2057400" indent="-228600">
              <a:defRPr>
                <a:solidFill>
                  <a:srgbClr val="535353"/>
                </a:solidFill>
                <a:latin typeface="Arial" panose="020B0604020202020204" pitchFamily="34" charset="0"/>
                <a:cs typeface="Arial" panose="020B0604020202020204" pitchFamily="34" charset="0"/>
                <a:sym typeface="Arial" panose="020B0604020202020204" pitchFamily="34" charset="0"/>
              </a:defRPr>
            </a:lvl5pPr>
            <a:lvl6pPr marL="2514600" indent="-228600" defTabSz="457200" eaLnBrk="0" fontAlgn="base" hangingPunct="0">
              <a:spcBef>
                <a:spcPct val="0"/>
              </a:spcBef>
              <a:spcAft>
                <a:spcPct val="0"/>
              </a:spcAft>
              <a:defRPr>
                <a:solidFill>
                  <a:srgbClr val="535353"/>
                </a:solidFill>
                <a:latin typeface="Arial" panose="020B0604020202020204" pitchFamily="34" charset="0"/>
                <a:cs typeface="Arial" panose="020B0604020202020204" pitchFamily="34" charset="0"/>
                <a:sym typeface="Arial" panose="020B0604020202020204" pitchFamily="34" charset="0"/>
              </a:defRPr>
            </a:lvl6pPr>
            <a:lvl7pPr marL="2971800" indent="-228600" defTabSz="457200" eaLnBrk="0" fontAlgn="base" hangingPunct="0">
              <a:spcBef>
                <a:spcPct val="0"/>
              </a:spcBef>
              <a:spcAft>
                <a:spcPct val="0"/>
              </a:spcAft>
              <a:defRPr>
                <a:solidFill>
                  <a:srgbClr val="535353"/>
                </a:solidFill>
                <a:latin typeface="Arial" panose="020B0604020202020204" pitchFamily="34" charset="0"/>
                <a:cs typeface="Arial" panose="020B0604020202020204" pitchFamily="34" charset="0"/>
                <a:sym typeface="Arial" panose="020B0604020202020204" pitchFamily="34" charset="0"/>
              </a:defRPr>
            </a:lvl7pPr>
            <a:lvl8pPr marL="3429000" indent="-228600" defTabSz="457200" eaLnBrk="0" fontAlgn="base" hangingPunct="0">
              <a:spcBef>
                <a:spcPct val="0"/>
              </a:spcBef>
              <a:spcAft>
                <a:spcPct val="0"/>
              </a:spcAft>
              <a:defRPr>
                <a:solidFill>
                  <a:srgbClr val="535353"/>
                </a:solidFill>
                <a:latin typeface="Arial" panose="020B0604020202020204" pitchFamily="34" charset="0"/>
                <a:cs typeface="Arial" panose="020B0604020202020204" pitchFamily="34" charset="0"/>
                <a:sym typeface="Arial" panose="020B0604020202020204" pitchFamily="34" charset="0"/>
              </a:defRPr>
            </a:lvl8pPr>
            <a:lvl9pPr marL="3886200" indent="-228600" defTabSz="457200" eaLnBrk="0" fontAlgn="base" hangingPunct="0">
              <a:spcBef>
                <a:spcPct val="0"/>
              </a:spcBef>
              <a:spcAft>
                <a:spcPct val="0"/>
              </a:spcAft>
              <a:defRPr>
                <a:solidFill>
                  <a:srgbClr val="535353"/>
                </a:solidFill>
                <a:latin typeface="Arial" panose="020B0604020202020204" pitchFamily="34" charset="0"/>
                <a:cs typeface="Arial" panose="020B0604020202020204" pitchFamily="34" charset="0"/>
                <a:sym typeface="Arial" panose="020B0604020202020204" pitchFamily="34" charset="0"/>
              </a:defRPr>
            </a:lvl9pPr>
          </a:lstStyle>
          <a:p>
            <a:fld id="{AF944D2F-E8F5-42B9-B702-7664187F24A0}" type="slidenum">
              <a:rPr lang="es-ES_tradnl" altLang="es-ES">
                <a:solidFill>
                  <a:srgbClr val="FFFFFF"/>
                </a:solidFill>
              </a:rPr>
              <a:pPr/>
              <a:t>7</a:t>
            </a:fld>
            <a:endParaRPr lang="es-ES_tradnl" altLang="es-ES">
              <a:solidFill>
                <a:srgbClr val="FFFFFF"/>
              </a:solidFill>
            </a:endParaRPr>
          </a:p>
        </p:txBody>
      </p:sp>
      <p:pic>
        <p:nvPicPr>
          <p:cNvPr id="2" name="Picture 1">
            <a:extLst>
              <a:ext uri="{FF2B5EF4-FFF2-40B4-BE49-F238E27FC236}">
                <a16:creationId xmlns:a16="http://schemas.microsoft.com/office/drawing/2014/main" id="{3E151FF2-6839-55FD-E4EE-FE2F8C31EB7C}"/>
              </a:ext>
            </a:extLst>
          </p:cNvPr>
          <p:cNvPicPr>
            <a:picLocks noChangeAspect="1"/>
          </p:cNvPicPr>
          <p:nvPr/>
        </p:nvPicPr>
        <p:blipFill>
          <a:blip r:embed="rId3"/>
          <a:stretch>
            <a:fillRect/>
          </a:stretch>
        </p:blipFill>
        <p:spPr>
          <a:xfrm>
            <a:off x="2627784" y="2132857"/>
            <a:ext cx="6291453" cy="4256802"/>
          </a:xfrm>
          <a:prstGeom prst="rect">
            <a:avLst/>
          </a:prstGeom>
        </p:spPr>
      </p:pic>
      <p:sp>
        <p:nvSpPr>
          <p:cNvPr id="3" name="TextBox 2">
            <a:extLst>
              <a:ext uri="{FF2B5EF4-FFF2-40B4-BE49-F238E27FC236}">
                <a16:creationId xmlns:a16="http://schemas.microsoft.com/office/drawing/2014/main" id="{8DF75E59-5D4E-0F3E-D683-DF2A37D711A5}"/>
              </a:ext>
            </a:extLst>
          </p:cNvPr>
          <p:cNvSpPr txBox="1"/>
          <p:nvPr/>
        </p:nvSpPr>
        <p:spPr>
          <a:xfrm>
            <a:off x="122530" y="2873242"/>
            <a:ext cx="2433246" cy="1169551"/>
          </a:xfrm>
          <a:prstGeom prst="rect">
            <a:avLst/>
          </a:prstGeom>
          <a:noFill/>
        </p:spPr>
        <p:txBody>
          <a:bodyPr wrap="square" rtlCol="0">
            <a:spAutoFit/>
          </a:bodyPr>
          <a:lstStyle/>
          <a:p>
            <a:r>
              <a:rPr lang="es-ES" sz="1400" dirty="0"/>
              <a:t>Comparativa de costo promedio diario: Dieta tradicional (</a:t>
            </a:r>
            <a:r>
              <a:rPr lang="es-ES" sz="1400" dirty="0" err="1"/>
              <a:t>Baseline</a:t>
            </a:r>
            <a:r>
              <a:rPr lang="es-ES" sz="1400" dirty="0"/>
              <a:t>) frente a la mezcla de mínimo costo (Optimizada).</a:t>
            </a:r>
            <a:endParaRPr lang="en-US" sz="1400" dirty="0"/>
          </a:p>
        </p:txBody>
      </p:sp>
      <p:sp>
        <p:nvSpPr>
          <p:cNvPr id="11" name="TextBox 10">
            <a:extLst>
              <a:ext uri="{FF2B5EF4-FFF2-40B4-BE49-F238E27FC236}">
                <a16:creationId xmlns:a16="http://schemas.microsoft.com/office/drawing/2014/main" id="{21F8A380-FC29-BAF3-1584-267CC972BD2F}"/>
              </a:ext>
            </a:extLst>
          </p:cNvPr>
          <p:cNvSpPr txBox="1"/>
          <p:nvPr/>
        </p:nvSpPr>
        <p:spPr>
          <a:xfrm>
            <a:off x="107504" y="1063189"/>
            <a:ext cx="8136904" cy="923330"/>
          </a:xfrm>
          <a:prstGeom prst="rect">
            <a:avLst/>
          </a:prstGeom>
          <a:noFill/>
        </p:spPr>
        <p:txBody>
          <a:bodyPr wrap="square" rtlCol="0">
            <a:spAutoFit/>
          </a:bodyPr>
          <a:lstStyle/>
          <a:p>
            <a:pPr marL="285750" indent="-285750">
              <a:buFont typeface="Arial" panose="020B0604020202020204" pitchFamily="34" charset="0"/>
              <a:buChar char="•"/>
            </a:pPr>
            <a:r>
              <a:rPr lang="es-ES" dirty="0"/>
              <a:t>Simulación de 90 días (</a:t>
            </a:r>
            <a:r>
              <a:rPr lang="es-ES" dirty="0" err="1"/>
              <a:t>Backtesting</a:t>
            </a:r>
            <a:r>
              <a:rPr lang="es-ES" dirty="0"/>
              <a:t>)</a:t>
            </a:r>
          </a:p>
          <a:p>
            <a:pPr marL="285750" indent="-285750">
              <a:buFont typeface="Arial" panose="020B0604020202020204" pitchFamily="34" charset="0"/>
              <a:buChar char="•"/>
            </a:pPr>
            <a:r>
              <a:rPr lang="en-US" dirty="0"/>
              <a:t>Baseline </a:t>
            </a:r>
            <a:r>
              <a:rPr lang="en-US" dirty="0" err="1"/>
              <a:t>estático</a:t>
            </a:r>
            <a:r>
              <a:rPr lang="en-US" dirty="0"/>
              <a:t>: $80.49 MXN vs. </a:t>
            </a:r>
            <a:r>
              <a:rPr lang="en-US" dirty="0" err="1"/>
              <a:t>Optimizado</a:t>
            </a:r>
            <a:r>
              <a:rPr lang="en-US" dirty="0"/>
              <a:t>: $60.16 MXN</a:t>
            </a:r>
          </a:p>
          <a:p>
            <a:pPr marL="285750" indent="-285750">
              <a:buFont typeface="Arial" panose="020B0604020202020204" pitchFamily="34" charset="0"/>
              <a:buChar char="•"/>
            </a:pPr>
            <a:r>
              <a:rPr lang="es-ES" b="1" dirty="0"/>
              <a:t>Ahorro comprobado: 25.24%</a:t>
            </a:r>
            <a:r>
              <a:rPr lang="es-ES" dirty="0"/>
              <a:t> ($20.33 diarios por animal)</a:t>
            </a:r>
            <a:endParaRPr lang="en-US" dirty="0"/>
          </a:p>
        </p:txBody>
      </p:sp>
    </p:spTree>
  </p:cSld>
  <p:clrMapOvr>
    <a:masterClrMapping/>
  </p:clrMapOvr>
  <p:transition spd="me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99E689F-E540-5471-DA4A-5B2EEF10AB18}"/>
            </a:ext>
          </a:extLst>
        </p:cNvPr>
        <p:cNvGrpSpPr/>
        <p:nvPr/>
      </p:nvGrpSpPr>
      <p:grpSpPr>
        <a:xfrm>
          <a:off x="0" y="0"/>
          <a:ext cx="0" cy="0"/>
          <a:chOff x="0" y="0"/>
          <a:chExt cx="0" cy="0"/>
        </a:xfrm>
      </p:grpSpPr>
      <p:sp>
        <p:nvSpPr>
          <p:cNvPr id="10242" name="Rectangle 1">
            <a:extLst>
              <a:ext uri="{FF2B5EF4-FFF2-40B4-BE49-F238E27FC236}">
                <a16:creationId xmlns:a16="http://schemas.microsoft.com/office/drawing/2014/main" id="{A679600D-832C-FA6B-A085-BB9B9B0C844B}"/>
              </a:ext>
            </a:extLst>
          </p:cNvPr>
          <p:cNvSpPr>
            <a:spLocks/>
          </p:cNvSpPr>
          <p:nvPr/>
        </p:nvSpPr>
        <p:spPr bwMode="auto">
          <a:xfrm>
            <a:off x="8485188" y="6559550"/>
            <a:ext cx="273050" cy="1730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0"/>
                <a:headEnd/>
                <a:tailEnd/>
              </a14:hiddenLine>
            </a:ext>
          </a:extLst>
        </p:spPr>
        <p:txBody>
          <a:bodyPr lIns="0" tIns="0" rIns="0" bIns="0">
            <a:spAutoFit/>
          </a:bodyPr>
          <a:lstStyle>
            <a:lvl1pPr>
              <a:defRPr>
                <a:solidFill>
                  <a:srgbClr val="535353"/>
                </a:solidFill>
                <a:latin typeface="Arial" panose="020B0604020202020204" pitchFamily="34" charset="0"/>
                <a:cs typeface="Arial" panose="020B0604020202020204" pitchFamily="34" charset="0"/>
                <a:sym typeface="Arial" panose="020B0604020202020204" pitchFamily="34" charset="0"/>
              </a:defRPr>
            </a:lvl1pPr>
            <a:lvl2pPr marL="37931725" indent="-37474525">
              <a:defRPr>
                <a:solidFill>
                  <a:srgbClr val="535353"/>
                </a:solidFill>
                <a:latin typeface="Arial" panose="020B0604020202020204" pitchFamily="34" charset="0"/>
                <a:cs typeface="Arial" panose="020B0604020202020204" pitchFamily="34" charset="0"/>
                <a:sym typeface="Arial" panose="020B0604020202020204" pitchFamily="34" charset="0"/>
              </a:defRPr>
            </a:lvl2pPr>
            <a:lvl3pPr marL="1143000" indent="-228600">
              <a:defRPr>
                <a:solidFill>
                  <a:srgbClr val="535353"/>
                </a:solidFill>
                <a:latin typeface="Arial" panose="020B0604020202020204" pitchFamily="34" charset="0"/>
                <a:cs typeface="Arial" panose="020B0604020202020204" pitchFamily="34" charset="0"/>
                <a:sym typeface="Arial" panose="020B0604020202020204" pitchFamily="34" charset="0"/>
              </a:defRPr>
            </a:lvl3pPr>
            <a:lvl4pPr marL="1600200" indent="-228600">
              <a:defRPr>
                <a:solidFill>
                  <a:srgbClr val="535353"/>
                </a:solidFill>
                <a:latin typeface="Arial" panose="020B0604020202020204" pitchFamily="34" charset="0"/>
                <a:cs typeface="Arial" panose="020B0604020202020204" pitchFamily="34" charset="0"/>
                <a:sym typeface="Arial" panose="020B0604020202020204" pitchFamily="34" charset="0"/>
              </a:defRPr>
            </a:lvl4pPr>
            <a:lvl5pPr marL="2057400" indent="-228600">
              <a:defRPr>
                <a:solidFill>
                  <a:srgbClr val="535353"/>
                </a:solidFill>
                <a:latin typeface="Arial" panose="020B0604020202020204" pitchFamily="34" charset="0"/>
                <a:cs typeface="Arial" panose="020B0604020202020204" pitchFamily="34" charset="0"/>
                <a:sym typeface="Arial" panose="020B0604020202020204" pitchFamily="34" charset="0"/>
              </a:defRPr>
            </a:lvl5pPr>
            <a:lvl6pPr marL="2514600" indent="-228600" defTabSz="457200" eaLnBrk="0" fontAlgn="base" hangingPunct="0">
              <a:spcBef>
                <a:spcPct val="0"/>
              </a:spcBef>
              <a:spcAft>
                <a:spcPct val="0"/>
              </a:spcAft>
              <a:defRPr>
                <a:solidFill>
                  <a:srgbClr val="535353"/>
                </a:solidFill>
                <a:latin typeface="Arial" panose="020B0604020202020204" pitchFamily="34" charset="0"/>
                <a:cs typeface="Arial" panose="020B0604020202020204" pitchFamily="34" charset="0"/>
                <a:sym typeface="Arial" panose="020B0604020202020204" pitchFamily="34" charset="0"/>
              </a:defRPr>
            </a:lvl6pPr>
            <a:lvl7pPr marL="2971800" indent="-228600" defTabSz="457200" eaLnBrk="0" fontAlgn="base" hangingPunct="0">
              <a:spcBef>
                <a:spcPct val="0"/>
              </a:spcBef>
              <a:spcAft>
                <a:spcPct val="0"/>
              </a:spcAft>
              <a:defRPr>
                <a:solidFill>
                  <a:srgbClr val="535353"/>
                </a:solidFill>
                <a:latin typeface="Arial" panose="020B0604020202020204" pitchFamily="34" charset="0"/>
                <a:cs typeface="Arial" panose="020B0604020202020204" pitchFamily="34" charset="0"/>
                <a:sym typeface="Arial" panose="020B0604020202020204" pitchFamily="34" charset="0"/>
              </a:defRPr>
            </a:lvl7pPr>
            <a:lvl8pPr marL="3429000" indent="-228600" defTabSz="457200" eaLnBrk="0" fontAlgn="base" hangingPunct="0">
              <a:spcBef>
                <a:spcPct val="0"/>
              </a:spcBef>
              <a:spcAft>
                <a:spcPct val="0"/>
              </a:spcAft>
              <a:defRPr>
                <a:solidFill>
                  <a:srgbClr val="535353"/>
                </a:solidFill>
                <a:latin typeface="Arial" panose="020B0604020202020204" pitchFamily="34" charset="0"/>
                <a:cs typeface="Arial" panose="020B0604020202020204" pitchFamily="34" charset="0"/>
                <a:sym typeface="Arial" panose="020B0604020202020204" pitchFamily="34" charset="0"/>
              </a:defRPr>
            </a:lvl8pPr>
            <a:lvl9pPr marL="3886200" indent="-228600" defTabSz="457200" eaLnBrk="0" fontAlgn="base" hangingPunct="0">
              <a:spcBef>
                <a:spcPct val="0"/>
              </a:spcBef>
              <a:spcAft>
                <a:spcPct val="0"/>
              </a:spcAft>
              <a:defRPr>
                <a:solidFill>
                  <a:srgbClr val="535353"/>
                </a:solidFill>
                <a:latin typeface="Arial" panose="020B0604020202020204" pitchFamily="34" charset="0"/>
                <a:cs typeface="Arial" panose="020B0604020202020204" pitchFamily="34" charset="0"/>
                <a:sym typeface="Arial" panose="020B0604020202020204" pitchFamily="34" charset="0"/>
              </a:defRPr>
            </a:lvl9pPr>
          </a:lstStyle>
          <a:p>
            <a:pPr algn="r" eaLnBrk="1"/>
            <a:fld id="{9017084D-3020-44DA-8389-0AAB1CAD9096}" type="slidenum">
              <a:rPr lang="es-ES_tradnl" altLang="es-ES" sz="1200">
                <a:solidFill>
                  <a:srgbClr val="FFFFFF"/>
                </a:solidFill>
              </a:rPr>
              <a:pPr algn="r" eaLnBrk="1"/>
              <a:t>8</a:t>
            </a:fld>
            <a:endParaRPr lang="es-ES_tradnl" altLang="es-ES">
              <a:solidFill>
                <a:srgbClr val="000000"/>
              </a:solidFill>
            </a:endParaRPr>
          </a:p>
        </p:txBody>
      </p:sp>
      <p:sp>
        <p:nvSpPr>
          <p:cNvPr id="10243" name="Rectangle 2">
            <a:extLst>
              <a:ext uri="{FF2B5EF4-FFF2-40B4-BE49-F238E27FC236}">
                <a16:creationId xmlns:a16="http://schemas.microsoft.com/office/drawing/2014/main" id="{27B4A9E7-D9A2-1CD9-4893-D7CD509E426B}"/>
              </a:ext>
            </a:extLst>
          </p:cNvPr>
          <p:cNvSpPr>
            <a:spLocks/>
          </p:cNvSpPr>
          <p:nvPr/>
        </p:nvSpPr>
        <p:spPr bwMode="auto">
          <a:xfrm>
            <a:off x="446088" y="303213"/>
            <a:ext cx="8039100" cy="5232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0"/>
                <a:headEnd/>
                <a:tailEnd/>
              </a14:hiddenLine>
            </a:ext>
          </a:extLst>
        </p:spPr>
        <p:txBody>
          <a:bodyPr wrap="square" lIns="45720" rIns="45720">
            <a:spAutoFit/>
          </a:bodyPr>
          <a:lstStyle>
            <a:lvl1pPr>
              <a:defRPr>
                <a:solidFill>
                  <a:srgbClr val="535353"/>
                </a:solidFill>
                <a:latin typeface="Arial" panose="020B0604020202020204" pitchFamily="34" charset="0"/>
                <a:cs typeface="Arial" panose="020B0604020202020204" pitchFamily="34" charset="0"/>
                <a:sym typeface="Arial" panose="020B0604020202020204" pitchFamily="34" charset="0"/>
              </a:defRPr>
            </a:lvl1pPr>
            <a:lvl2pPr marL="37931725" indent="-37474525">
              <a:defRPr>
                <a:solidFill>
                  <a:srgbClr val="535353"/>
                </a:solidFill>
                <a:latin typeface="Arial" panose="020B0604020202020204" pitchFamily="34" charset="0"/>
                <a:cs typeface="Arial" panose="020B0604020202020204" pitchFamily="34" charset="0"/>
                <a:sym typeface="Arial" panose="020B0604020202020204" pitchFamily="34" charset="0"/>
              </a:defRPr>
            </a:lvl2pPr>
            <a:lvl3pPr marL="1143000" indent="-228600">
              <a:defRPr>
                <a:solidFill>
                  <a:srgbClr val="535353"/>
                </a:solidFill>
                <a:latin typeface="Arial" panose="020B0604020202020204" pitchFamily="34" charset="0"/>
                <a:cs typeface="Arial" panose="020B0604020202020204" pitchFamily="34" charset="0"/>
                <a:sym typeface="Arial" panose="020B0604020202020204" pitchFamily="34" charset="0"/>
              </a:defRPr>
            </a:lvl3pPr>
            <a:lvl4pPr marL="1600200" indent="-228600">
              <a:defRPr>
                <a:solidFill>
                  <a:srgbClr val="535353"/>
                </a:solidFill>
                <a:latin typeface="Arial" panose="020B0604020202020204" pitchFamily="34" charset="0"/>
                <a:cs typeface="Arial" panose="020B0604020202020204" pitchFamily="34" charset="0"/>
                <a:sym typeface="Arial" panose="020B0604020202020204" pitchFamily="34" charset="0"/>
              </a:defRPr>
            </a:lvl4pPr>
            <a:lvl5pPr marL="2057400" indent="-228600">
              <a:defRPr>
                <a:solidFill>
                  <a:srgbClr val="535353"/>
                </a:solidFill>
                <a:latin typeface="Arial" panose="020B0604020202020204" pitchFamily="34" charset="0"/>
                <a:cs typeface="Arial" panose="020B0604020202020204" pitchFamily="34" charset="0"/>
                <a:sym typeface="Arial" panose="020B0604020202020204" pitchFamily="34" charset="0"/>
              </a:defRPr>
            </a:lvl5pPr>
            <a:lvl6pPr marL="2514600" indent="-228600" defTabSz="457200" eaLnBrk="0" fontAlgn="base" hangingPunct="0">
              <a:spcBef>
                <a:spcPct val="0"/>
              </a:spcBef>
              <a:spcAft>
                <a:spcPct val="0"/>
              </a:spcAft>
              <a:defRPr>
                <a:solidFill>
                  <a:srgbClr val="535353"/>
                </a:solidFill>
                <a:latin typeface="Arial" panose="020B0604020202020204" pitchFamily="34" charset="0"/>
                <a:cs typeface="Arial" panose="020B0604020202020204" pitchFamily="34" charset="0"/>
                <a:sym typeface="Arial" panose="020B0604020202020204" pitchFamily="34" charset="0"/>
              </a:defRPr>
            </a:lvl6pPr>
            <a:lvl7pPr marL="2971800" indent="-228600" defTabSz="457200" eaLnBrk="0" fontAlgn="base" hangingPunct="0">
              <a:spcBef>
                <a:spcPct val="0"/>
              </a:spcBef>
              <a:spcAft>
                <a:spcPct val="0"/>
              </a:spcAft>
              <a:defRPr>
                <a:solidFill>
                  <a:srgbClr val="535353"/>
                </a:solidFill>
                <a:latin typeface="Arial" panose="020B0604020202020204" pitchFamily="34" charset="0"/>
                <a:cs typeface="Arial" panose="020B0604020202020204" pitchFamily="34" charset="0"/>
                <a:sym typeface="Arial" panose="020B0604020202020204" pitchFamily="34" charset="0"/>
              </a:defRPr>
            </a:lvl7pPr>
            <a:lvl8pPr marL="3429000" indent="-228600" defTabSz="457200" eaLnBrk="0" fontAlgn="base" hangingPunct="0">
              <a:spcBef>
                <a:spcPct val="0"/>
              </a:spcBef>
              <a:spcAft>
                <a:spcPct val="0"/>
              </a:spcAft>
              <a:defRPr>
                <a:solidFill>
                  <a:srgbClr val="535353"/>
                </a:solidFill>
                <a:latin typeface="Arial" panose="020B0604020202020204" pitchFamily="34" charset="0"/>
                <a:cs typeface="Arial" panose="020B0604020202020204" pitchFamily="34" charset="0"/>
                <a:sym typeface="Arial" panose="020B0604020202020204" pitchFamily="34" charset="0"/>
              </a:defRPr>
            </a:lvl8pPr>
            <a:lvl9pPr marL="3886200" indent="-228600" defTabSz="457200" eaLnBrk="0" fontAlgn="base" hangingPunct="0">
              <a:spcBef>
                <a:spcPct val="0"/>
              </a:spcBef>
              <a:spcAft>
                <a:spcPct val="0"/>
              </a:spcAft>
              <a:defRPr>
                <a:solidFill>
                  <a:srgbClr val="535353"/>
                </a:solidFill>
                <a:latin typeface="Arial" panose="020B0604020202020204" pitchFamily="34" charset="0"/>
                <a:cs typeface="Arial" panose="020B0604020202020204" pitchFamily="34" charset="0"/>
                <a:sym typeface="Arial" panose="020B0604020202020204" pitchFamily="34" charset="0"/>
              </a:defRPr>
            </a:lvl9pPr>
          </a:lstStyle>
          <a:p>
            <a:pPr eaLnBrk="1"/>
            <a:r>
              <a:rPr lang="es-ES_tradnl" altLang="es-ES" sz="2800" dirty="0">
                <a:solidFill>
                  <a:srgbClr val="0098CD"/>
                </a:solidFill>
                <a:latin typeface="Arial " charset="0"/>
                <a:sym typeface="Arial Narrow" panose="020B0606020202030204" pitchFamily="34" charset="0"/>
              </a:rPr>
              <a:t>Evaluación y Validación: Seguridad Biológica e IA</a:t>
            </a:r>
            <a:endParaRPr lang="es-ES_tradnl" altLang="es-ES" dirty="0">
              <a:solidFill>
                <a:srgbClr val="000000"/>
              </a:solidFill>
              <a:sym typeface="Arial Narrow" panose="020B0606020202030204" pitchFamily="34" charset="0"/>
            </a:endParaRPr>
          </a:p>
        </p:txBody>
      </p:sp>
      <p:sp>
        <p:nvSpPr>
          <p:cNvPr id="10245" name="Marcador de número de diapositiva 1">
            <a:extLst>
              <a:ext uri="{FF2B5EF4-FFF2-40B4-BE49-F238E27FC236}">
                <a16:creationId xmlns:a16="http://schemas.microsoft.com/office/drawing/2014/main" id="{480C8CAE-1B7C-9464-5DE8-943C3138FB35}"/>
              </a:ext>
            </a:extLst>
          </p:cNvPr>
          <p:cNvSpPr>
            <a:spLocks noGrp="1"/>
          </p:cNvSpPr>
          <p:nvPr>
            <p:ph type="sldNum" sz="quarter" idx="10"/>
          </p:nvPr>
        </p:nvSpPr>
        <p:spPr>
          <a:noFill/>
          <a:ln w="9525"/>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0"/>
                <a:headEnd/>
                <a:tailEnd/>
              </a14:hiddenLine>
            </a:ext>
          </a:extLst>
        </p:spPr>
        <p:txBody>
          <a:bodyPr/>
          <a:lstStyle>
            <a:lvl1pPr>
              <a:defRPr>
                <a:solidFill>
                  <a:srgbClr val="535353"/>
                </a:solidFill>
                <a:latin typeface="Arial" panose="020B0604020202020204" pitchFamily="34" charset="0"/>
                <a:cs typeface="Arial" panose="020B0604020202020204" pitchFamily="34" charset="0"/>
                <a:sym typeface="Arial" panose="020B0604020202020204" pitchFamily="34" charset="0"/>
              </a:defRPr>
            </a:lvl1pPr>
            <a:lvl2pPr marL="742950" indent="-285750">
              <a:defRPr>
                <a:solidFill>
                  <a:srgbClr val="535353"/>
                </a:solidFill>
                <a:latin typeface="Arial" panose="020B0604020202020204" pitchFamily="34" charset="0"/>
                <a:cs typeface="Arial" panose="020B0604020202020204" pitchFamily="34" charset="0"/>
                <a:sym typeface="Arial" panose="020B0604020202020204" pitchFamily="34" charset="0"/>
              </a:defRPr>
            </a:lvl2pPr>
            <a:lvl3pPr marL="1143000" indent="-228600">
              <a:defRPr>
                <a:solidFill>
                  <a:srgbClr val="535353"/>
                </a:solidFill>
                <a:latin typeface="Arial" panose="020B0604020202020204" pitchFamily="34" charset="0"/>
                <a:cs typeface="Arial" panose="020B0604020202020204" pitchFamily="34" charset="0"/>
                <a:sym typeface="Arial" panose="020B0604020202020204" pitchFamily="34" charset="0"/>
              </a:defRPr>
            </a:lvl3pPr>
            <a:lvl4pPr marL="1600200" indent="-228600">
              <a:defRPr>
                <a:solidFill>
                  <a:srgbClr val="535353"/>
                </a:solidFill>
                <a:latin typeface="Arial" panose="020B0604020202020204" pitchFamily="34" charset="0"/>
                <a:cs typeface="Arial" panose="020B0604020202020204" pitchFamily="34" charset="0"/>
                <a:sym typeface="Arial" panose="020B0604020202020204" pitchFamily="34" charset="0"/>
              </a:defRPr>
            </a:lvl4pPr>
            <a:lvl5pPr marL="2057400" indent="-228600">
              <a:defRPr>
                <a:solidFill>
                  <a:srgbClr val="535353"/>
                </a:solidFill>
                <a:latin typeface="Arial" panose="020B0604020202020204" pitchFamily="34" charset="0"/>
                <a:cs typeface="Arial" panose="020B0604020202020204" pitchFamily="34" charset="0"/>
                <a:sym typeface="Arial" panose="020B0604020202020204" pitchFamily="34" charset="0"/>
              </a:defRPr>
            </a:lvl5pPr>
            <a:lvl6pPr marL="2514600" indent="-228600" defTabSz="457200" eaLnBrk="0" fontAlgn="base" hangingPunct="0">
              <a:spcBef>
                <a:spcPct val="0"/>
              </a:spcBef>
              <a:spcAft>
                <a:spcPct val="0"/>
              </a:spcAft>
              <a:defRPr>
                <a:solidFill>
                  <a:srgbClr val="535353"/>
                </a:solidFill>
                <a:latin typeface="Arial" panose="020B0604020202020204" pitchFamily="34" charset="0"/>
                <a:cs typeface="Arial" panose="020B0604020202020204" pitchFamily="34" charset="0"/>
                <a:sym typeface="Arial" panose="020B0604020202020204" pitchFamily="34" charset="0"/>
              </a:defRPr>
            </a:lvl6pPr>
            <a:lvl7pPr marL="2971800" indent="-228600" defTabSz="457200" eaLnBrk="0" fontAlgn="base" hangingPunct="0">
              <a:spcBef>
                <a:spcPct val="0"/>
              </a:spcBef>
              <a:spcAft>
                <a:spcPct val="0"/>
              </a:spcAft>
              <a:defRPr>
                <a:solidFill>
                  <a:srgbClr val="535353"/>
                </a:solidFill>
                <a:latin typeface="Arial" panose="020B0604020202020204" pitchFamily="34" charset="0"/>
                <a:cs typeface="Arial" panose="020B0604020202020204" pitchFamily="34" charset="0"/>
                <a:sym typeface="Arial" panose="020B0604020202020204" pitchFamily="34" charset="0"/>
              </a:defRPr>
            </a:lvl7pPr>
            <a:lvl8pPr marL="3429000" indent="-228600" defTabSz="457200" eaLnBrk="0" fontAlgn="base" hangingPunct="0">
              <a:spcBef>
                <a:spcPct val="0"/>
              </a:spcBef>
              <a:spcAft>
                <a:spcPct val="0"/>
              </a:spcAft>
              <a:defRPr>
                <a:solidFill>
                  <a:srgbClr val="535353"/>
                </a:solidFill>
                <a:latin typeface="Arial" panose="020B0604020202020204" pitchFamily="34" charset="0"/>
                <a:cs typeface="Arial" panose="020B0604020202020204" pitchFamily="34" charset="0"/>
                <a:sym typeface="Arial" panose="020B0604020202020204" pitchFamily="34" charset="0"/>
              </a:defRPr>
            </a:lvl8pPr>
            <a:lvl9pPr marL="3886200" indent="-228600" defTabSz="457200" eaLnBrk="0" fontAlgn="base" hangingPunct="0">
              <a:spcBef>
                <a:spcPct val="0"/>
              </a:spcBef>
              <a:spcAft>
                <a:spcPct val="0"/>
              </a:spcAft>
              <a:defRPr>
                <a:solidFill>
                  <a:srgbClr val="535353"/>
                </a:solidFill>
                <a:latin typeface="Arial" panose="020B0604020202020204" pitchFamily="34" charset="0"/>
                <a:cs typeface="Arial" panose="020B0604020202020204" pitchFamily="34" charset="0"/>
                <a:sym typeface="Arial" panose="020B0604020202020204" pitchFamily="34" charset="0"/>
              </a:defRPr>
            </a:lvl9pPr>
          </a:lstStyle>
          <a:p>
            <a:fld id="{AF944D2F-E8F5-42B9-B702-7664187F24A0}" type="slidenum">
              <a:rPr lang="es-ES_tradnl" altLang="es-ES">
                <a:solidFill>
                  <a:srgbClr val="FFFFFF"/>
                </a:solidFill>
              </a:rPr>
              <a:pPr/>
              <a:t>8</a:t>
            </a:fld>
            <a:endParaRPr lang="es-ES_tradnl" altLang="es-ES">
              <a:solidFill>
                <a:srgbClr val="FFFFFF"/>
              </a:solidFill>
            </a:endParaRPr>
          </a:p>
        </p:txBody>
      </p:sp>
      <p:sp>
        <p:nvSpPr>
          <p:cNvPr id="3" name="TextBox 2">
            <a:extLst>
              <a:ext uri="{FF2B5EF4-FFF2-40B4-BE49-F238E27FC236}">
                <a16:creationId xmlns:a16="http://schemas.microsoft.com/office/drawing/2014/main" id="{3F731C90-D20F-83F2-FF43-AD921C1C51E4}"/>
              </a:ext>
            </a:extLst>
          </p:cNvPr>
          <p:cNvSpPr txBox="1"/>
          <p:nvPr/>
        </p:nvSpPr>
        <p:spPr>
          <a:xfrm>
            <a:off x="122530" y="2873242"/>
            <a:ext cx="2433246" cy="1169551"/>
          </a:xfrm>
          <a:prstGeom prst="rect">
            <a:avLst/>
          </a:prstGeom>
          <a:noFill/>
        </p:spPr>
        <p:txBody>
          <a:bodyPr wrap="square" rtlCol="0">
            <a:spAutoFit/>
          </a:bodyPr>
          <a:lstStyle/>
          <a:p>
            <a:r>
              <a:rPr lang="es-ES" sz="1400" dirty="0"/>
              <a:t>Indicadores de seguridad biológica del agente (Tasa de bloqueo de escenarios inseguros y prevención de fuga numérica).</a:t>
            </a:r>
            <a:endParaRPr lang="en-US" sz="1400" dirty="0"/>
          </a:p>
        </p:txBody>
      </p:sp>
      <p:sp>
        <p:nvSpPr>
          <p:cNvPr id="11" name="TextBox 10">
            <a:extLst>
              <a:ext uri="{FF2B5EF4-FFF2-40B4-BE49-F238E27FC236}">
                <a16:creationId xmlns:a16="http://schemas.microsoft.com/office/drawing/2014/main" id="{53F51DAB-91B7-E9E4-BA3E-76F9FC83C5C0}"/>
              </a:ext>
            </a:extLst>
          </p:cNvPr>
          <p:cNvSpPr txBox="1"/>
          <p:nvPr/>
        </p:nvSpPr>
        <p:spPr>
          <a:xfrm>
            <a:off x="107504" y="1063189"/>
            <a:ext cx="8136904" cy="1200329"/>
          </a:xfrm>
          <a:prstGeom prst="rect">
            <a:avLst/>
          </a:prstGeom>
          <a:noFill/>
        </p:spPr>
        <p:txBody>
          <a:bodyPr wrap="square" rtlCol="0">
            <a:spAutoFit/>
          </a:bodyPr>
          <a:lstStyle/>
          <a:p>
            <a:pPr marL="285750" indent="-285750">
              <a:buFont typeface="Arial" panose="020B0604020202020204" pitchFamily="34" charset="0"/>
              <a:buChar char="•"/>
            </a:pPr>
            <a:r>
              <a:rPr lang="es-ES" dirty="0"/>
              <a:t>Evaluación de estrés (100 escenarios)</a:t>
            </a:r>
          </a:p>
          <a:p>
            <a:pPr marL="285750" indent="-285750">
              <a:buFont typeface="Arial" panose="020B0604020202020204" pitchFamily="34" charset="0"/>
              <a:buChar char="•"/>
            </a:pPr>
            <a:r>
              <a:rPr lang="en-US" b="1" dirty="0"/>
              <a:t>100%</a:t>
            </a:r>
            <a:r>
              <a:rPr lang="en-US" dirty="0"/>
              <a:t> de </a:t>
            </a:r>
            <a:r>
              <a:rPr lang="en-US" dirty="0" err="1"/>
              <a:t>respuestas</a:t>
            </a:r>
            <a:r>
              <a:rPr lang="en-US" dirty="0"/>
              <a:t> </a:t>
            </a:r>
            <a:r>
              <a:rPr lang="en-US" dirty="0" err="1"/>
              <a:t>fundamentadas</a:t>
            </a:r>
            <a:r>
              <a:rPr lang="en-US" dirty="0"/>
              <a:t> (Grounded)</a:t>
            </a:r>
          </a:p>
          <a:p>
            <a:pPr marL="285750" indent="-285750">
              <a:buFont typeface="Arial" panose="020B0604020202020204" pitchFamily="34" charset="0"/>
              <a:buChar char="•"/>
            </a:pPr>
            <a:r>
              <a:rPr lang="en-US" b="1" dirty="0"/>
              <a:t>0.00</a:t>
            </a:r>
            <a:r>
              <a:rPr lang="en-US" dirty="0"/>
              <a:t> </a:t>
            </a:r>
            <a:r>
              <a:rPr lang="en-US" dirty="0" err="1"/>
              <a:t>violaciones</a:t>
            </a:r>
            <a:r>
              <a:rPr lang="en-US" dirty="0"/>
              <a:t> </a:t>
            </a:r>
            <a:r>
              <a:rPr lang="en-US" dirty="0" err="1"/>
              <a:t>nutricionales</a:t>
            </a:r>
            <a:r>
              <a:rPr lang="en-US" dirty="0"/>
              <a:t> NRC</a:t>
            </a:r>
          </a:p>
          <a:p>
            <a:pPr marL="285750" indent="-285750">
              <a:buFont typeface="Arial" panose="020B0604020202020204" pitchFamily="34" charset="0"/>
              <a:buChar char="•"/>
            </a:pPr>
            <a:r>
              <a:rPr lang="pt-BR" b="1" dirty="0"/>
              <a:t>0.00%</a:t>
            </a:r>
            <a:r>
              <a:rPr lang="pt-BR" dirty="0"/>
              <a:t> tasa de fuga numérica insegura</a:t>
            </a:r>
            <a:endParaRPr lang="en-US" dirty="0"/>
          </a:p>
        </p:txBody>
      </p:sp>
      <p:pic>
        <p:nvPicPr>
          <p:cNvPr id="4" name="Picture 3">
            <a:extLst>
              <a:ext uri="{FF2B5EF4-FFF2-40B4-BE49-F238E27FC236}">
                <a16:creationId xmlns:a16="http://schemas.microsoft.com/office/drawing/2014/main" id="{2A82275D-3777-227A-A143-95CD6CFD92FA}"/>
              </a:ext>
            </a:extLst>
          </p:cNvPr>
          <p:cNvPicPr>
            <a:picLocks noChangeAspect="1"/>
          </p:cNvPicPr>
          <p:nvPr/>
        </p:nvPicPr>
        <p:blipFill>
          <a:blip r:embed="rId3"/>
          <a:stretch>
            <a:fillRect/>
          </a:stretch>
        </p:blipFill>
        <p:spPr>
          <a:xfrm>
            <a:off x="2411760" y="2263517"/>
            <a:ext cx="6601282" cy="4045803"/>
          </a:xfrm>
          <a:prstGeom prst="rect">
            <a:avLst/>
          </a:prstGeom>
        </p:spPr>
      </p:pic>
    </p:spTree>
    <p:extLst>
      <p:ext uri="{BB962C8B-B14F-4D97-AF65-F5344CB8AC3E}">
        <p14:creationId xmlns:p14="http://schemas.microsoft.com/office/powerpoint/2010/main" val="1322324299"/>
      </p:ext>
    </p:extLst>
  </p:cSld>
  <p:clrMapOvr>
    <a:masterClrMapping/>
  </p:clrMapOvr>
  <p:transition spd="me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E1F97E7-0B58-761B-61C1-FD06C05C9FD3}"/>
            </a:ext>
          </a:extLst>
        </p:cNvPr>
        <p:cNvGrpSpPr/>
        <p:nvPr/>
      </p:nvGrpSpPr>
      <p:grpSpPr>
        <a:xfrm>
          <a:off x="0" y="0"/>
          <a:ext cx="0" cy="0"/>
          <a:chOff x="0" y="0"/>
          <a:chExt cx="0" cy="0"/>
        </a:xfrm>
      </p:grpSpPr>
      <p:sp>
        <p:nvSpPr>
          <p:cNvPr id="10242" name="Rectangle 1">
            <a:extLst>
              <a:ext uri="{FF2B5EF4-FFF2-40B4-BE49-F238E27FC236}">
                <a16:creationId xmlns:a16="http://schemas.microsoft.com/office/drawing/2014/main" id="{CA6DF9F6-86E1-5F3B-E020-4E5A6F4D13F5}"/>
              </a:ext>
            </a:extLst>
          </p:cNvPr>
          <p:cNvSpPr>
            <a:spLocks/>
          </p:cNvSpPr>
          <p:nvPr/>
        </p:nvSpPr>
        <p:spPr bwMode="auto">
          <a:xfrm>
            <a:off x="8485188" y="6559550"/>
            <a:ext cx="273050" cy="1730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0"/>
                <a:headEnd/>
                <a:tailEnd/>
              </a14:hiddenLine>
            </a:ext>
          </a:extLst>
        </p:spPr>
        <p:txBody>
          <a:bodyPr lIns="0" tIns="0" rIns="0" bIns="0">
            <a:spAutoFit/>
          </a:bodyPr>
          <a:lstStyle>
            <a:lvl1pPr>
              <a:defRPr>
                <a:solidFill>
                  <a:srgbClr val="535353"/>
                </a:solidFill>
                <a:latin typeface="Arial" panose="020B0604020202020204" pitchFamily="34" charset="0"/>
                <a:cs typeface="Arial" panose="020B0604020202020204" pitchFamily="34" charset="0"/>
                <a:sym typeface="Arial" panose="020B0604020202020204" pitchFamily="34" charset="0"/>
              </a:defRPr>
            </a:lvl1pPr>
            <a:lvl2pPr marL="37931725" indent="-37474525">
              <a:defRPr>
                <a:solidFill>
                  <a:srgbClr val="535353"/>
                </a:solidFill>
                <a:latin typeface="Arial" panose="020B0604020202020204" pitchFamily="34" charset="0"/>
                <a:cs typeface="Arial" panose="020B0604020202020204" pitchFamily="34" charset="0"/>
                <a:sym typeface="Arial" panose="020B0604020202020204" pitchFamily="34" charset="0"/>
              </a:defRPr>
            </a:lvl2pPr>
            <a:lvl3pPr marL="1143000" indent="-228600">
              <a:defRPr>
                <a:solidFill>
                  <a:srgbClr val="535353"/>
                </a:solidFill>
                <a:latin typeface="Arial" panose="020B0604020202020204" pitchFamily="34" charset="0"/>
                <a:cs typeface="Arial" panose="020B0604020202020204" pitchFamily="34" charset="0"/>
                <a:sym typeface="Arial" panose="020B0604020202020204" pitchFamily="34" charset="0"/>
              </a:defRPr>
            </a:lvl3pPr>
            <a:lvl4pPr marL="1600200" indent="-228600">
              <a:defRPr>
                <a:solidFill>
                  <a:srgbClr val="535353"/>
                </a:solidFill>
                <a:latin typeface="Arial" panose="020B0604020202020204" pitchFamily="34" charset="0"/>
                <a:cs typeface="Arial" panose="020B0604020202020204" pitchFamily="34" charset="0"/>
                <a:sym typeface="Arial" panose="020B0604020202020204" pitchFamily="34" charset="0"/>
              </a:defRPr>
            </a:lvl4pPr>
            <a:lvl5pPr marL="2057400" indent="-228600">
              <a:defRPr>
                <a:solidFill>
                  <a:srgbClr val="535353"/>
                </a:solidFill>
                <a:latin typeface="Arial" panose="020B0604020202020204" pitchFamily="34" charset="0"/>
                <a:cs typeface="Arial" panose="020B0604020202020204" pitchFamily="34" charset="0"/>
                <a:sym typeface="Arial" panose="020B0604020202020204" pitchFamily="34" charset="0"/>
              </a:defRPr>
            </a:lvl5pPr>
            <a:lvl6pPr marL="2514600" indent="-228600" defTabSz="457200" eaLnBrk="0" fontAlgn="base" hangingPunct="0">
              <a:spcBef>
                <a:spcPct val="0"/>
              </a:spcBef>
              <a:spcAft>
                <a:spcPct val="0"/>
              </a:spcAft>
              <a:defRPr>
                <a:solidFill>
                  <a:srgbClr val="535353"/>
                </a:solidFill>
                <a:latin typeface="Arial" panose="020B0604020202020204" pitchFamily="34" charset="0"/>
                <a:cs typeface="Arial" panose="020B0604020202020204" pitchFamily="34" charset="0"/>
                <a:sym typeface="Arial" panose="020B0604020202020204" pitchFamily="34" charset="0"/>
              </a:defRPr>
            </a:lvl6pPr>
            <a:lvl7pPr marL="2971800" indent="-228600" defTabSz="457200" eaLnBrk="0" fontAlgn="base" hangingPunct="0">
              <a:spcBef>
                <a:spcPct val="0"/>
              </a:spcBef>
              <a:spcAft>
                <a:spcPct val="0"/>
              </a:spcAft>
              <a:defRPr>
                <a:solidFill>
                  <a:srgbClr val="535353"/>
                </a:solidFill>
                <a:latin typeface="Arial" panose="020B0604020202020204" pitchFamily="34" charset="0"/>
                <a:cs typeface="Arial" panose="020B0604020202020204" pitchFamily="34" charset="0"/>
                <a:sym typeface="Arial" panose="020B0604020202020204" pitchFamily="34" charset="0"/>
              </a:defRPr>
            </a:lvl7pPr>
            <a:lvl8pPr marL="3429000" indent="-228600" defTabSz="457200" eaLnBrk="0" fontAlgn="base" hangingPunct="0">
              <a:spcBef>
                <a:spcPct val="0"/>
              </a:spcBef>
              <a:spcAft>
                <a:spcPct val="0"/>
              </a:spcAft>
              <a:defRPr>
                <a:solidFill>
                  <a:srgbClr val="535353"/>
                </a:solidFill>
                <a:latin typeface="Arial" panose="020B0604020202020204" pitchFamily="34" charset="0"/>
                <a:cs typeface="Arial" panose="020B0604020202020204" pitchFamily="34" charset="0"/>
                <a:sym typeface="Arial" panose="020B0604020202020204" pitchFamily="34" charset="0"/>
              </a:defRPr>
            </a:lvl8pPr>
            <a:lvl9pPr marL="3886200" indent="-228600" defTabSz="457200" eaLnBrk="0" fontAlgn="base" hangingPunct="0">
              <a:spcBef>
                <a:spcPct val="0"/>
              </a:spcBef>
              <a:spcAft>
                <a:spcPct val="0"/>
              </a:spcAft>
              <a:defRPr>
                <a:solidFill>
                  <a:srgbClr val="535353"/>
                </a:solidFill>
                <a:latin typeface="Arial" panose="020B0604020202020204" pitchFamily="34" charset="0"/>
                <a:cs typeface="Arial" panose="020B0604020202020204" pitchFamily="34" charset="0"/>
                <a:sym typeface="Arial" panose="020B0604020202020204" pitchFamily="34" charset="0"/>
              </a:defRPr>
            </a:lvl9pPr>
          </a:lstStyle>
          <a:p>
            <a:pPr algn="r" eaLnBrk="1"/>
            <a:fld id="{9017084D-3020-44DA-8389-0AAB1CAD9096}" type="slidenum">
              <a:rPr lang="es-ES_tradnl" altLang="es-ES" sz="1200">
                <a:solidFill>
                  <a:srgbClr val="FFFFFF"/>
                </a:solidFill>
              </a:rPr>
              <a:pPr algn="r" eaLnBrk="1"/>
              <a:t>9</a:t>
            </a:fld>
            <a:endParaRPr lang="es-ES_tradnl" altLang="es-ES">
              <a:solidFill>
                <a:srgbClr val="000000"/>
              </a:solidFill>
            </a:endParaRPr>
          </a:p>
        </p:txBody>
      </p:sp>
      <p:sp>
        <p:nvSpPr>
          <p:cNvPr id="10243" name="Rectangle 2">
            <a:extLst>
              <a:ext uri="{FF2B5EF4-FFF2-40B4-BE49-F238E27FC236}">
                <a16:creationId xmlns:a16="http://schemas.microsoft.com/office/drawing/2014/main" id="{7AC972AF-CE0E-F644-94E3-D6BBAC6B96C8}"/>
              </a:ext>
            </a:extLst>
          </p:cNvPr>
          <p:cNvSpPr>
            <a:spLocks/>
          </p:cNvSpPr>
          <p:nvPr/>
        </p:nvSpPr>
        <p:spPr bwMode="auto">
          <a:xfrm>
            <a:off x="348284" y="303213"/>
            <a:ext cx="8136904" cy="5232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0"/>
                <a:headEnd/>
                <a:tailEnd/>
              </a14:hiddenLine>
            </a:ext>
          </a:extLst>
        </p:spPr>
        <p:txBody>
          <a:bodyPr wrap="square" lIns="45720" rIns="45720">
            <a:spAutoFit/>
          </a:bodyPr>
          <a:lstStyle>
            <a:lvl1pPr>
              <a:defRPr>
                <a:solidFill>
                  <a:srgbClr val="535353"/>
                </a:solidFill>
                <a:latin typeface="Arial" panose="020B0604020202020204" pitchFamily="34" charset="0"/>
                <a:cs typeface="Arial" panose="020B0604020202020204" pitchFamily="34" charset="0"/>
                <a:sym typeface="Arial" panose="020B0604020202020204" pitchFamily="34" charset="0"/>
              </a:defRPr>
            </a:lvl1pPr>
            <a:lvl2pPr marL="37931725" indent="-37474525">
              <a:defRPr>
                <a:solidFill>
                  <a:srgbClr val="535353"/>
                </a:solidFill>
                <a:latin typeface="Arial" panose="020B0604020202020204" pitchFamily="34" charset="0"/>
                <a:cs typeface="Arial" panose="020B0604020202020204" pitchFamily="34" charset="0"/>
                <a:sym typeface="Arial" panose="020B0604020202020204" pitchFamily="34" charset="0"/>
              </a:defRPr>
            </a:lvl2pPr>
            <a:lvl3pPr marL="1143000" indent="-228600">
              <a:defRPr>
                <a:solidFill>
                  <a:srgbClr val="535353"/>
                </a:solidFill>
                <a:latin typeface="Arial" panose="020B0604020202020204" pitchFamily="34" charset="0"/>
                <a:cs typeface="Arial" panose="020B0604020202020204" pitchFamily="34" charset="0"/>
                <a:sym typeface="Arial" panose="020B0604020202020204" pitchFamily="34" charset="0"/>
              </a:defRPr>
            </a:lvl3pPr>
            <a:lvl4pPr marL="1600200" indent="-228600">
              <a:defRPr>
                <a:solidFill>
                  <a:srgbClr val="535353"/>
                </a:solidFill>
                <a:latin typeface="Arial" panose="020B0604020202020204" pitchFamily="34" charset="0"/>
                <a:cs typeface="Arial" panose="020B0604020202020204" pitchFamily="34" charset="0"/>
                <a:sym typeface="Arial" panose="020B0604020202020204" pitchFamily="34" charset="0"/>
              </a:defRPr>
            </a:lvl4pPr>
            <a:lvl5pPr marL="2057400" indent="-228600">
              <a:defRPr>
                <a:solidFill>
                  <a:srgbClr val="535353"/>
                </a:solidFill>
                <a:latin typeface="Arial" panose="020B0604020202020204" pitchFamily="34" charset="0"/>
                <a:cs typeface="Arial" panose="020B0604020202020204" pitchFamily="34" charset="0"/>
                <a:sym typeface="Arial" panose="020B0604020202020204" pitchFamily="34" charset="0"/>
              </a:defRPr>
            </a:lvl5pPr>
            <a:lvl6pPr marL="2514600" indent="-228600" defTabSz="457200" eaLnBrk="0" fontAlgn="base" hangingPunct="0">
              <a:spcBef>
                <a:spcPct val="0"/>
              </a:spcBef>
              <a:spcAft>
                <a:spcPct val="0"/>
              </a:spcAft>
              <a:defRPr>
                <a:solidFill>
                  <a:srgbClr val="535353"/>
                </a:solidFill>
                <a:latin typeface="Arial" panose="020B0604020202020204" pitchFamily="34" charset="0"/>
                <a:cs typeface="Arial" panose="020B0604020202020204" pitchFamily="34" charset="0"/>
                <a:sym typeface="Arial" panose="020B0604020202020204" pitchFamily="34" charset="0"/>
              </a:defRPr>
            </a:lvl6pPr>
            <a:lvl7pPr marL="2971800" indent="-228600" defTabSz="457200" eaLnBrk="0" fontAlgn="base" hangingPunct="0">
              <a:spcBef>
                <a:spcPct val="0"/>
              </a:spcBef>
              <a:spcAft>
                <a:spcPct val="0"/>
              </a:spcAft>
              <a:defRPr>
                <a:solidFill>
                  <a:srgbClr val="535353"/>
                </a:solidFill>
                <a:latin typeface="Arial" panose="020B0604020202020204" pitchFamily="34" charset="0"/>
                <a:cs typeface="Arial" panose="020B0604020202020204" pitchFamily="34" charset="0"/>
                <a:sym typeface="Arial" panose="020B0604020202020204" pitchFamily="34" charset="0"/>
              </a:defRPr>
            </a:lvl7pPr>
            <a:lvl8pPr marL="3429000" indent="-228600" defTabSz="457200" eaLnBrk="0" fontAlgn="base" hangingPunct="0">
              <a:spcBef>
                <a:spcPct val="0"/>
              </a:spcBef>
              <a:spcAft>
                <a:spcPct val="0"/>
              </a:spcAft>
              <a:defRPr>
                <a:solidFill>
                  <a:srgbClr val="535353"/>
                </a:solidFill>
                <a:latin typeface="Arial" panose="020B0604020202020204" pitchFamily="34" charset="0"/>
                <a:cs typeface="Arial" panose="020B0604020202020204" pitchFamily="34" charset="0"/>
                <a:sym typeface="Arial" panose="020B0604020202020204" pitchFamily="34" charset="0"/>
              </a:defRPr>
            </a:lvl8pPr>
            <a:lvl9pPr marL="3886200" indent="-228600" defTabSz="457200" eaLnBrk="0" fontAlgn="base" hangingPunct="0">
              <a:spcBef>
                <a:spcPct val="0"/>
              </a:spcBef>
              <a:spcAft>
                <a:spcPct val="0"/>
              </a:spcAft>
              <a:defRPr>
                <a:solidFill>
                  <a:srgbClr val="535353"/>
                </a:solidFill>
                <a:latin typeface="Arial" panose="020B0604020202020204" pitchFamily="34" charset="0"/>
                <a:cs typeface="Arial" panose="020B0604020202020204" pitchFamily="34" charset="0"/>
                <a:sym typeface="Arial" panose="020B0604020202020204" pitchFamily="34" charset="0"/>
              </a:defRPr>
            </a:lvl9pPr>
          </a:lstStyle>
          <a:p>
            <a:pPr eaLnBrk="1"/>
            <a:r>
              <a:rPr lang="es-ES_tradnl" altLang="es-ES" sz="2800" dirty="0">
                <a:solidFill>
                  <a:srgbClr val="0098CD"/>
                </a:solidFill>
                <a:latin typeface="Arial " charset="0"/>
                <a:sym typeface="Arial Narrow" panose="020B0606020202030204" pitchFamily="34" charset="0"/>
              </a:rPr>
              <a:t>Evaluación y Validación: Resumen de </a:t>
            </a:r>
            <a:r>
              <a:rPr lang="es-ES_tradnl" altLang="es-ES" sz="2800" dirty="0" err="1">
                <a:solidFill>
                  <a:srgbClr val="0098CD"/>
                </a:solidFill>
                <a:latin typeface="Arial " charset="0"/>
                <a:sym typeface="Arial Narrow" panose="020B0606020202030204" pitchFamily="34" charset="0"/>
              </a:rPr>
              <a:t>KPIs</a:t>
            </a:r>
            <a:endParaRPr lang="es-ES_tradnl" altLang="es-ES" dirty="0">
              <a:solidFill>
                <a:srgbClr val="000000"/>
              </a:solidFill>
              <a:sym typeface="Arial Narrow" panose="020B0606020202030204" pitchFamily="34" charset="0"/>
            </a:endParaRPr>
          </a:p>
        </p:txBody>
      </p:sp>
      <p:sp>
        <p:nvSpPr>
          <p:cNvPr id="10245" name="Marcador de número de diapositiva 1">
            <a:extLst>
              <a:ext uri="{FF2B5EF4-FFF2-40B4-BE49-F238E27FC236}">
                <a16:creationId xmlns:a16="http://schemas.microsoft.com/office/drawing/2014/main" id="{E31EEA34-480A-4FF9-FA80-0AE5E3471399}"/>
              </a:ext>
            </a:extLst>
          </p:cNvPr>
          <p:cNvSpPr>
            <a:spLocks noGrp="1"/>
          </p:cNvSpPr>
          <p:nvPr>
            <p:ph type="sldNum" sz="quarter" idx="10"/>
          </p:nvPr>
        </p:nvSpPr>
        <p:spPr>
          <a:noFill/>
          <a:ln w="9525"/>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0"/>
                <a:headEnd/>
                <a:tailEnd/>
              </a14:hiddenLine>
            </a:ext>
          </a:extLst>
        </p:spPr>
        <p:txBody>
          <a:bodyPr/>
          <a:lstStyle>
            <a:lvl1pPr>
              <a:defRPr>
                <a:solidFill>
                  <a:srgbClr val="535353"/>
                </a:solidFill>
                <a:latin typeface="Arial" panose="020B0604020202020204" pitchFamily="34" charset="0"/>
                <a:cs typeface="Arial" panose="020B0604020202020204" pitchFamily="34" charset="0"/>
                <a:sym typeface="Arial" panose="020B0604020202020204" pitchFamily="34" charset="0"/>
              </a:defRPr>
            </a:lvl1pPr>
            <a:lvl2pPr marL="742950" indent="-285750">
              <a:defRPr>
                <a:solidFill>
                  <a:srgbClr val="535353"/>
                </a:solidFill>
                <a:latin typeface="Arial" panose="020B0604020202020204" pitchFamily="34" charset="0"/>
                <a:cs typeface="Arial" panose="020B0604020202020204" pitchFamily="34" charset="0"/>
                <a:sym typeface="Arial" panose="020B0604020202020204" pitchFamily="34" charset="0"/>
              </a:defRPr>
            </a:lvl2pPr>
            <a:lvl3pPr marL="1143000" indent="-228600">
              <a:defRPr>
                <a:solidFill>
                  <a:srgbClr val="535353"/>
                </a:solidFill>
                <a:latin typeface="Arial" panose="020B0604020202020204" pitchFamily="34" charset="0"/>
                <a:cs typeface="Arial" panose="020B0604020202020204" pitchFamily="34" charset="0"/>
                <a:sym typeface="Arial" panose="020B0604020202020204" pitchFamily="34" charset="0"/>
              </a:defRPr>
            </a:lvl3pPr>
            <a:lvl4pPr marL="1600200" indent="-228600">
              <a:defRPr>
                <a:solidFill>
                  <a:srgbClr val="535353"/>
                </a:solidFill>
                <a:latin typeface="Arial" panose="020B0604020202020204" pitchFamily="34" charset="0"/>
                <a:cs typeface="Arial" panose="020B0604020202020204" pitchFamily="34" charset="0"/>
                <a:sym typeface="Arial" panose="020B0604020202020204" pitchFamily="34" charset="0"/>
              </a:defRPr>
            </a:lvl4pPr>
            <a:lvl5pPr marL="2057400" indent="-228600">
              <a:defRPr>
                <a:solidFill>
                  <a:srgbClr val="535353"/>
                </a:solidFill>
                <a:latin typeface="Arial" panose="020B0604020202020204" pitchFamily="34" charset="0"/>
                <a:cs typeface="Arial" panose="020B0604020202020204" pitchFamily="34" charset="0"/>
                <a:sym typeface="Arial" panose="020B0604020202020204" pitchFamily="34" charset="0"/>
              </a:defRPr>
            </a:lvl5pPr>
            <a:lvl6pPr marL="2514600" indent="-228600" defTabSz="457200" eaLnBrk="0" fontAlgn="base" hangingPunct="0">
              <a:spcBef>
                <a:spcPct val="0"/>
              </a:spcBef>
              <a:spcAft>
                <a:spcPct val="0"/>
              </a:spcAft>
              <a:defRPr>
                <a:solidFill>
                  <a:srgbClr val="535353"/>
                </a:solidFill>
                <a:latin typeface="Arial" panose="020B0604020202020204" pitchFamily="34" charset="0"/>
                <a:cs typeface="Arial" panose="020B0604020202020204" pitchFamily="34" charset="0"/>
                <a:sym typeface="Arial" panose="020B0604020202020204" pitchFamily="34" charset="0"/>
              </a:defRPr>
            </a:lvl6pPr>
            <a:lvl7pPr marL="2971800" indent="-228600" defTabSz="457200" eaLnBrk="0" fontAlgn="base" hangingPunct="0">
              <a:spcBef>
                <a:spcPct val="0"/>
              </a:spcBef>
              <a:spcAft>
                <a:spcPct val="0"/>
              </a:spcAft>
              <a:defRPr>
                <a:solidFill>
                  <a:srgbClr val="535353"/>
                </a:solidFill>
                <a:latin typeface="Arial" panose="020B0604020202020204" pitchFamily="34" charset="0"/>
                <a:cs typeface="Arial" panose="020B0604020202020204" pitchFamily="34" charset="0"/>
                <a:sym typeface="Arial" panose="020B0604020202020204" pitchFamily="34" charset="0"/>
              </a:defRPr>
            </a:lvl7pPr>
            <a:lvl8pPr marL="3429000" indent="-228600" defTabSz="457200" eaLnBrk="0" fontAlgn="base" hangingPunct="0">
              <a:spcBef>
                <a:spcPct val="0"/>
              </a:spcBef>
              <a:spcAft>
                <a:spcPct val="0"/>
              </a:spcAft>
              <a:defRPr>
                <a:solidFill>
                  <a:srgbClr val="535353"/>
                </a:solidFill>
                <a:latin typeface="Arial" panose="020B0604020202020204" pitchFamily="34" charset="0"/>
                <a:cs typeface="Arial" panose="020B0604020202020204" pitchFamily="34" charset="0"/>
                <a:sym typeface="Arial" panose="020B0604020202020204" pitchFamily="34" charset="0"/>
              </a:defRPr>
            </a:lvl8pPr>
            <a:lvl9pPr marL="3886200" indent="-228600" defTabSz="457200" eaLnBrk="0" fontAlgn="base" hangingPunct="0">
              <a:spcBef>
                <a:spcPct val="0"/>
              </a:spcBef>
              <a:spcAft>
                <a:spcPct val="0"/>
              </a:spcAft>
              <a:defRPr>
                <a:solidFill>
                  <a:srgbClr val="535353"/>
                </a:solidFill>
                <a:latin typeface="Arial" panose="020B0604020202020204" pitchFamily="34" charset="0"/>
                <a:cs typeface="Arial" panose="020B0604020202020204" pitchFamily="34" charset="0"/>
                <a:sym typeface="Arial" panose="020B0604020202020204" pitchFamily="34" charset="0"/>
              </a:defRPr>
            </a:lvl9pPr>
          </a:lstStyle>
          <a:p>
            <a:fld id="{AF944D2F-E8F5-42B9-B702-7664187F24A0}" type="slidenum">
              <a:rPr lang="es-ES_tradnl" altLang="es-ES">
                <a:solidFill>
                  <a:srgbClr val="FFFFFF"/>
                </a:solidFill>
              </a:rPr>
              <a:pPr/>
              <a:t>9</a:t>
            </a:fld>
            <a:endParaRPr lang="es-ES_tradnl" altLang="es-ES">
              <a:solidFill>
                <a:srgbClr val="FFFFFF"/>
              </a:solidFill>
            </a:endParaRPr>
          </a:p>
        </p:txBody>
      </p:sp>
      <p:pic>
        <p:nvPicPr>
          <p:cNvPr id="2" name="Picture 1">
            <a:extLst>
              <a:ext uri="{FF2B5EF4-FFF2-40B4-BE49-F238E27FC236}">
                <a16:creationId xmlns:a16="http://schemas.microsoft.com/office/drawing/2014/main" id="{380D2957-7036-2C3B-DD0B-7FE218806BF5}"/>
              </a:ext>
            </a:extLst>
          </p:cNvPr>
          <p:cNvPicPr>
            <a:picLocks noChangeAspect="1"/>
          </p:cNvPicPr>
          <p:nvPr/>
        </p:nvPicPr>
        <p:blipFill>
          <a:blip r:embed="rId3"/>
          <a:stretch>
            <a:fillRect/>
          </a:stretch>
        </p:blipFill>
        <p:spPr>
          <a:xfrm>
            <a:off x="190706" y="1123256"/>
            <a:ext cx="8567532" cy="5114055"/>
          </a:xfrm>
          <a:prstGeom prst="rect">
            <a:avLst/>
          </a:prstGeom>
        </p:spPr>
      </p:pic>
    </p:spTree>
    <p:extLst>
      <p:ext uri="{BB962C8B-B14F-4D97-AF65-F5344CB8AC3E}">
        <p14:creationId xmlns:p14="http://schemas.microsoft.com/office/powerpoint/2010/main" val="3500706048"/>
      </p:ext>
    </p:extLst>
  </p:cSld>
  <p:clrMapOvr>
    <a:masterClrMapping/>
  </p:clrMapOvr>
  <p:transition spd="me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266" name="Rectangle 1">
            <a:extLst>
              <a:ext uri="{FF2B5EF4-FFF2-40B4-BE49-F238E27FC236}">
                <a16:creationId xmlns:a16="http://schemas.microsoft.com/office/drawing/2014/main" id="{65CAF80F-7CEF-BDE5-A349-FA552D9C2FBE}"/>
              </a:ext>
            </a:extLst>
          </p:cNvPr>
          <p:cNvSpPr>
            <a:spLocks/>
          </p:cNvSpPr>
          <p:nvPr/>
        </p:nvSpPr>
        <p:spPr bwMode="auto">
          <a:xfrm>
            <a:off x="8485188" y="6559550"/>
            <a:ext cx="273050" cy="1730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0"/>
                <a:headEnd/>
                <a:tailEnd/>
              </a14:hiddenLine>
            </a:ext>
          </a:extLst>
        </p:spPr>
        <p:txBody>
          <a:bodyPr lIns="0" tIns="0" rIns="0" bIns="0">
            <a:spAutoFit/>
          </a:bodyPr>
          <a:lstStyle>
            <a:lvl1pPr>
              <a:defRPr>
                <a:solidFill>
                  <a:srgbClr val="535353"/>
                </a:solidFill>
                <a:latin typeface="Arial" panose="020B0604020202020204" pitchFamily="34" charset="0"/>
                <a:cs typeface="Arial" panose="020B0604020202020204" pitchFamily="34" charset="0"/>
                <a:sym typeface="Arial" panose="020B0604020202020204" pitchFamily="34" charset="0"/>
              </a:defRPr>
            </a:lvl1pPr>
            <a:lvl2pPr marL="37931725" indent="-37474525">
              <a:defRPr>
                <a:solidFill>
                  <a:srgbClr val="535353"/>
                </a:solidFill>
                <a:latin typeface="Arial" panose="020B0604020202020204" pitchFamily="34" charset="0"/>
                <a:cs typeface="Arial" panose="020B0604020202020204" pitchFamily="34" charset="0"/>
                <a:sym typeface="Arial" panose="020B0604020202020204" pitchFamily="34" charset="0"/>
              </a:defRPr>
            </a:lvl2pPr>
            <a:lvl3pPr marL="1143000" indent="-228600">
              <a:defRPr>
                <a:solidFill>
                  <a:srgbClr val="535353"/>
                </a:solidFill>
                <a:latin typeface="Arial" panose="020B0604020202020204" pitchFamily="34" charset="0"/>
                <a:cs typeface="Arial" panose="020B0604020202020204" pitchFamily="34" charset="0"/>
                <a:sym typeface="Arial" panose="020B0604020202020204" pitchFamily="34" charset="0"/>
              </a:defRPr>
            </a:lvl3pPr>
            <a:lvl4pPr marL="1600200" indent="-228600">
              <a:defRPr>
                <a:solidFill>
                  <a:srgbClr val="535353"/>
                </a:solidFill>
                <a:latin typeface="Arial" panose="020B0604020202020204" pitchFamily="34" charset="0"/>
                <a:cs typeface="Arial" panose="020B0604020202020204" pitchFamily="34" charset="0"/>
                <a:sym typeface="Arial" panose="020B0604020202020204" pitchFamily="34" charset="0"/>
              </a:defRPr>
            </a:lvl4pPr>
            <a:lvl5pPr marL="2057400" indent="-228600">
              <a:defRPr>
                <a:solidFill>
                  <a:srgbClr val="535353"/>
                </a:solidFill>
                <a:latin typeface="Arial" panose="020B0604020202020204" pitchFamily="34" charset="0"/>
                <a:cs typeface="Arial" panose="020B0604020202020204" pitchFamily="34" charset="0"/>
                <a:sym typeface="Arial" panose="020B0604020202020204" pitchFamily="34" charset="0"/>
              </a:defRPr>
            </a:lvl5pPr>
            <a:lvl6pPr marL="2514600" indent="-228600" defTabSz="457200" eaLnBrk="0" fontAlgn="base" hangingPunct="0">
              <a:spcBef>
                <a:spcPct val="0"/>
              </a:spcBef>
              <a:spcAft>
                <a:spcPct val="0"/>
              </a:spcAft>
              <a:defRPr>
                <a:solidFill>
                  <a:srgbClr val="535353"/>
                </a:solidFill>
                <a:latin typeface="Arial" panose="020B0604020202020204" pitchFamily="34" charset="0"/>
                <a:cs typeface="Arial" panose="020B0604020202020204" pitchFamily="34" charset="0"/>
                <a:sym typeface="Arial" panose="020B0604020202020204" pitchFamily="34" charset="0"/>
              </a:defRPr>
            </a:lvl6pPr>
            <a:lvl7pPr marL="2971800" indent="-228600" defTabSz="457200" eaLnBrk="0" fontAlgn="base" hangingPunct="0">
              <a:spcBef>
                <a:spcPct val="0"/>
              </a:spcBef>
              <a:spcAft>
                <a:spcPct val="0"/>
              </a:spcAft>
              <a:defRPr>
                <a:solidFill>
                  <a:srgbClr val="535353"/>
                </a:solidFill>
                <a:latin typeface="Arial" panose="020B0604020202020204" pitchFamily="34" charset="0"/>
                <a:cs typeface="Arial" panose="020B0604020202020204" pitchFamily="34" charset="0"/>
                <a:sym typeface="Arial" panose="020B0604020202020204" pitchFamily="34" charset="0"/>
              </a:defRPr>
            </a:lvl7pPr>
            <a:lvl8pPr marL="3429000" indent="-228600" defTabSz="457200" eaLnBrk="0" fontAlgn="base" hangingPunct="0">
              <a:spcBef>
                <a:spcPct val="0"/>
              </a:spcBef>
              <a:spcAft>
                <a:spcPct val="0"/>
              </a:spcAft>
              <a:defRPr>
                <a:solidFill>
                  <a:srgbClr val="535353"/>
                </a:solidFill>
                <a:latin typeface="Arial" panose="020B0604020202020204" pitchFamily="34" charset="0"/>
                <a:cs typeface="Arial" panose="020B0604020202020204" pitchFamily="34" charset="0"/>
                <a:sym typeface="Arial" panose="020B0604020202020204" pitchFamily="34" charset="0"/>
              </a:defRPr>
            </a:lvl8pPr>
            <a:lvl9pPr marL="3886200" indent="-228600" defTabSz="457200" eaLnBrk="0" fontAlgn="base" hangingPunct="0">
              <a:spcBef>
                <a:spcPct val="0"/>
              </a:spcBef>
              <a:spcAft>
                <a:spcPct val="0"/>
              </a:spcAft>
              <a:defRPr>
                <a:solidFill>
                  <a:srgbClr val="535353"/>
                </a:solidFill>
                <a:latin typeface="Arial" panose="020B0604020202020204" pitchFamily="34" charset="0"/>
                <a:cs typeface="Arial" panose="020B0604020202020204" pitchFamily="34" charset="0"/>
                <a:sym typeface="Arial" panose="020B0604020202020204" pitchFamily="34" charset="0"/>
              </a:defRPr>
            </a:lvl9pPr>
          </a:lstStyle>
          <a:p>
            <a:pPr algn="r" eaLnBrk="1"/>
            <a:fld id="{189C0FAF-C6A9-43A3-ABCD-39CEB2A3AE46}" type="slidenum">
              <a:rPr lang="es-ES_tradnl" altLang="es-ES" sz="1200">
                <a:solidFill>
                  <a:srgbClr val="FFFFFF"/>
                </a:solidFill>
              </a:rPr>
              <a:pPr algn="r" eaLnBrk="1"/>
              <a:t>10</a:t>
            </a:fld>
            <a:endParaRPr lang="es-ES_tradnl" altLang="es-ES">
              <a:solidFill>
                <a:srgbClr val="000000"/>
              </a:solidFill>
            </a:endParaRPr>
          </a:p>
        </p:txBody>
      </p:sp>
      <p:sp>
        <p:nvSpPr>
          <p:cNvPr id="11267" name="Rectangle 2">
            <a:extLst>
              <a:ext uri="{FF2B5EF4-FFF2-40B4-BE49-F238E27FC236}">
                <a16:creationId xmlns:a16="http://schemas.microsoft.com/office/drawing/2014/main" id="{1640C20A-2BCC-AC52-EB3A-ADD8E5044CC7}"/>
              </a:ext>
            </a:extLst>
          </p:cNvPr>
          <p:cNvSpPr>
            <a:spLocks/>
          </p:cNvSpPr>
          <p:nvPr/>
        </p:nvSpPr>
        <p:spPr bwMode="auto">
          <a:xfrm>
            <a:off x="446088" y="303213"/>
            <a:ext cx="5614987" cy="5238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0"/>
                <a:headEnd/>
                <a:tailEnd/>
              </a14:hiddenLine>
            </a:ext>
          </a:extLst>
        </p:spPr>
        <p:txBody>
          <a:bodyPr lIns="45720" rIns="45720">
            <a:spAutoFit/>
          </a:bodyPr>
          <a:lstStyle>
            <a:lvl1pPr>
              <a:defRPr>
                <a:solidFill>
                  <a:srgbClr val="535353"/>
                </a:solidFill>
                <a:latin typeface="Arial" panose="020B0604020202020204" pitchFamily="34" charset="0"/>
                <a:cs typeface="Arial" panose="020B0604020202020204" pitchFamily="34" charset="0"/>
                <a:sym typeface="Arial" panose="020B0604020202020204" pitchFamily="34" charset="0"/>
              </a:defRPr>
            </a:lvl1pPr>
            <a:lvl2pPr marL="37931725" indent="-37474525">
              <a:defRPr>
                <a:solidFill>
                  <a:srgbClr val="535353"/>
                </a:solidFill>
                <a:latin typeface="Arial" panose="020B0604020202020204" pitchFamily="34" charset="0"/>
                <a:cs typeface="Arial" panose="020B0604020202020204" pitchFamily="34" charset="0"/>
                <a:sym typeface="Arial" panose="020B0604020202020204" pitchFamily="34" charset="0"/>
              </a:defRPr>
            </a:lvl2pPr>
            <a:lvl3pPr marL="1143000" indent="-228600">
              <a:defRPr>
                <a:solidFill>
                  <a:srgbClr val="535353"/>
                </a:solidFill>
                <a:latin typeface="Arial" panose="020B0604020202020204" pitchFamily="34" charset="0"/>
                <a:cs typeface="Arial" panose="020B0604020202020204" pitchFamily="34" charset="0"/>
                <a:sym typeface="Arial" panose="020B0604020202020204" pitchFamily="34" charset="0"/>
              </a:defRPr>
            </a:lvl3pPr>
            <a:lvl4pPr marL="1600200" indent="-228600">
              <a:defRPr>
                <a:solidFill>
                  <a:srgbClr val="535353"/>
                </a:solidFill>
                <a:latin typeface="Arial" panose="020B0604020202020204" pitchFamily="34" charset="0"/>
                <a:cs typeface="Arial" panose="020B0604020202020204" pitchFamily="34" charset="0"/>
                <a:sym typeface="Arial" panose="020B0604020202020204" pitchFamily="34" charset="0"/>
              </a:defRPr>
            </a:lvl4pPr>
            <a:lvl5pPr marL="2057400" indent="-228600">
              <a:defRPr>
                <a:solidFill>
                  <a:srgbClr val="535353"/>
                </a:solidFill>
                <a:latin typeface="Arial" panose="020B0604020202020204" pitchFamily="34" charset="0"/>
                <a:cs typeface="Arial" panose="020B0604020202020204" pitchFamily="34" charset="0"/>
                <a:sym typeface="Arial" panose="020B0604020202020204" pitchFamily="34" charset="0"/>
              </a:defRPr>
            </a:lvl5pPr>
            <a:lvl6pPr marL="2514600" indent="-228600" defTabSz="457200" eaLnBrk="0" fontAlgn="base" hangingPunct="0">
              <a:spcBef>
                <a:spcPct val="0"/>
              </a:spcBef>
              <a:spcAft>
                <a:spcPct val="0"/>
              </a:spcAft>
              <a:defRPr>
                <a:solidFill>
                  <a:srgbClr val="535353"/>
                </a:solidFill>
                <a:latin typeface="Arial" panose="020B0604020202020204" pitchFamily="34" charset="0"/>
                <a:cs typeface="Arial" panose="020B0604020202020204" pitchFamily="34" charset="0"/>
                <a:sym typeface="Arial" panose="020B0604020202020204" pitchFamily="34" charset="0"/>
              </a:defRPr>
            </a:lvl6pPr>
            <a:lvl7pPr marL="2971800" indent="-228600" defTabSz="457200" eaLnBrk="0" fontAlgn="base" hangingPunct="0">
              <a:spcBef>
                <a:spcPct val="0"/>
              </a:spcBef>
              <a:spcAft>
                <a:spcPct val="0"/>
              </a:spcAft>
              <a:defRPr>
                <a:solidFill>
                  <a:srgbClr val="535353"/>
                </a:solidFill>
                <a:latin typeface="Arial" panose="020B0604020202020204" pitchFamily="34" charset="0"/>
                <a:cs typeface="Arial" panose="020B0604020202020204" pitchFamily="34" charset="0"/>
                <a:sym typeface="Arial" panose="020B0604020202020204" pitchFamily="34" charset="0"/>
              </a:defRPr>
            </a:lvl7pPr>
            <a:lvl8pPr marL="3429000" indent="-228600" defTabSz="457200" eaLnBrk="0" fontAlgn="base" hangingPunct="0">
              <a:spcBef>
                <a:spcPct val="0"/>
              </a:spcBef>
              <a:spcAft>
                <a:spcPct val="0"/>
              </a:spcAft>
              <a:defRPr>
                <a:solidFill>
                  <a:srgbClr val="535353"/>
                </a:solidFill>
                <a:latin typeface="Arial" panose="020B0604020202020204" pitchFamily="34" charset="0"/>
                <a:cs typeface="Arial" panose="020B0604020202020204" pitchFamily="34" charset="0"/>
                <a:sym typeface="Arial" panose="020B0604020202020204" pitchFamily="34" charset="0"/>
              </a:defRPr>
            </a:lvl8pPr>
            <a:lvl9pPr marL="3886200" indent="-228600" defTabSz="457200" eaLnBrk="0" fontAlgn="base" hangingPunct="0">
              <a:spcBef>
                <a:spcPct val="0"/>
              </a:spcBef>
              <a:spcAft>
                <a:spcPct val="0"/>
              </a:spcAft>
              <a:defRPr>
                <a:solidFill>
                  <a:srgbClr val="535353"/>
                </a:solidFill>
                <a:latin typeface="Arial" panose="020B0604020202020204" pitchFamily="34" charset="0"/>
                <a:cs typeface="Arial" panose="020B0604020202020204" pitchFamily="34" charset="0"/>
                <a:sym typeface="Arial" panose="020B0604020202020204" pitchFamily="34" charset="0"/>
              </a:defRPr>
            </a:lvl9pPr>
          </a:lstStyle>
          <a:p>
            <a:pPr eaLnBrk="1"/>
            <a:r>
              <a:rPr lang="es-ES_tradnl" altLang="es-ES" sz="2800">
                <a:solidFill>
                  <a:srgbClr val="0098CD"/>
                </a:solidFill>
                <a:latin typeface="Arial " charset="0"/>
                <a:sym typeface="Arial Narrow" panose="020B0606020202030204" pitchFamily="34" charset="0"/>
              </a:rPr>
              <a:t>Conclusiones</a:t>
            </a:r>
            <a:endParaRPr lang="es-ES_tradnl" altLang="es-ES">
              <a:solidFill>
                <a:srgbClr val="000000"/>
              </a:solidFill>
              <a:sym typeface="Arial Narrow" panose="020B0606020202030204" pitchFamily="34" charset="0"/>
            </a:endParaRPr>
          </a:p>
        </p:txBody>
      </p:sp>
      <p:sp>
        <p:nvSpPr>
          <p:cNvPr id="11268" name="Rectangle 3">
            <a:extLst>
              <a:ext uri="{FF2B5EF4-FFF2-40B4-BE49-F238E27FC236}">
                <a16:creationId xmlns:a16="http://schemas.microsoft.com/office/drawing/2014/main" id="{901AFA42-54E7-6F3E-ED09-85C368D8D462}"/>
              </a:ext>
            </a:extLst>
          </p:cNvPr>
          <p:cNvSpPr>
            <a:spLocks/>
          </p:cNvSpPr>
          <p:nvPr/>
        </p:nvSpPr>
        <p:spPr bwMode="auto">
          <a:xfrm>
            <a:off x="107504" y="980728"/>
            <a:ext cx="3463230" cy="258532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0"/>
                <a:headEnd/>
                <a:tailEnd/>
              </a14:hiddenLine>
            </a:ext>
          </a:extLst>
        </p:spPr>
        <p:txBody>
          <a:bodyPr wrap="square" lIns="45720" rIns="45720">
            <a:spAutoFit/>
          </a:bodyPr>
          <a:lstStyle>
            <a:lvl1pPr marL="228600" indent="-228600">
              <a:defRPr>
                <a:solidFill>
                  <a:srgbClr val="535353"/>
                </a:solidFill>
                <a:latin typeface="Arial" panose="020B0604020202020204" pitchFamily="34" charset="0"/>
                <a:cs typeface="Arial" panose="020B0604020202020204" pitchFamily="34" charset="0"/>
                <a:sym typeface="Arial" panose="020B0604020202020204" pitchFamily="34" charset="0"/>
              </a:defRPr>
            </a:lvl1pPr>
            <a:lvl2pPr marL="37931725" indent="-37474525">
              <a:defRPr>
                <a:solidFill>
                  <a:srgbClr val="535353"/>
                </a:solidFill>
                <a:latin typeface="Arial" panose="020B0604020202020204" pitchFamily="34" charset="0"/>
                <a:cs typeface="Arial" panose="020B0604020202020204" pitchFamily="34" charset="0"/>
                <a:sym typeface="Arial" panose="020B0604020202020204" pitchFamily="34" charset="0"/>
              </a:defRPr>
            </a:lvl2pPr>
            <a:lvl3pPr marL="1143000" indent="-228600">
              <a:defRPr>
                <a:solidFill>
                  <a:srgbClr val="535353"/>
                </a:solidFill>
                <a:latin typeface="Arial" panose="020B0604020202020204" pitchFamily="34" charset="0"/>
                <a:cs typeface="Arial" panose="020B0604020202020204" pitchFamily="34" charset="0"/>
                <a:sym typeface="Arial" panose="020B0604020202020204" pitchFamily="34" charset="0"/>
              </a:defRPr>
            </a:lvl3pPr>
            <a:lvl4pPr marL="1600200" indent="-228600">
              <a:defRPr>
                <a:solidFill>
                  <a:srgbClr val="535353"/>
                </a:solidFill>
                <a:latin typeface="Arial" panose="020B0604020202020204" pitchFamily="34" charset="0"/>
                <a:cs typeface="Arial" panose="020B0604020202020204" pitchFamily="34" charset="0"/>
                <a:sym typeface="Arial" panose="020B0604020202020204" pitchFamily="34" charset="0"/>
              </a:defRPr>
            </a:lvl4pPr>
            <a:lvl5pPr marL="2057400" indent="-228600">
              <a:defRPr>
                <a:solidFill>
                  <a:srgbClr val="535353"/>
                </a:solidFill>
                <a:latin typeface="Arial" panose="020B0604020202020204" pitchFamily="34" charset="0"/>
                <a:cs typeface="Arial" panose="020B0604020202020204" pitchFamily="34" charset="0"/>
                <a:sym typeface="Arial" panose="020B0604020202020204" pitchFamily="34" charset="0"/>
              </a:defRPr>
            </a:lvl5pPr>
            <a:lvl6pPr marL="2514600" indent="-228600" defTabSz="457200" eaLnBrk="0" fontAlgn="base" hangingPunct="0">
              <a:spcBef>
                <a:spcPct val="0"/>
              </a:spcBef>
              <a:spcAft>
                <a:spcPct val="0"/>
              </a:spcAft>
              <a:defRPr>
                <a:solidFill>
                  <a:srgbClr val="535353"/>
                </a:solidFill>
                <a:latin typeface="Arial" panose="020B0604020202020204" pitchFamily="34" charset="0"/>
                <a:cs typeface="Arial" panose="020B0604020202020204" pitchFamily="34" charset="0"/>
                <a:sym typeface="Arial" panose="020B0604020202020204" pitchFamily="34" charset="0"/>
              </a:defRPr>
            </a:lvl6pPr>
            <a:lvl7pPr marL="2971800" indent="-228600" defTabSz="457200" eaLnBrk="0" fontAlgn="base" hangingPunct="0">
              <a:spcBef>
                <a:spcPct val="0"/>
              </a:spcBef>
              <a:spcAft>
                <a:spcPct val="0"/>
              </a:spcAft>
              <a:defRPr>
                <a:solidFill>
                  <a:srgbClr val="535353"/>
                </a:solidFill>
                <a:latin typeface="Arial" panose="020B0604020202020204" pitchFamily="34" charset="0"/>
                <a:cs typeface="Arial" panose="020B0604020202020204" pitchFamily="34" charset="0"/>
                <a:sym typeface="Arial" panose="020B0604020202020204" pitchFamily="34" charset="0"/>
              </a:defRPr>
            </a:lvl7pPr>
            <a:lvl8pPr marL="3429000" indent="-228600" defTabSz="457200" eaLnBrk="0" fontAlgn="base" hangingPunct="0">
              <a:spcBef>
                <a:spcPct val="0"/>
              </a:spcBef>
              <a:spcAft>
                <a:spcPct val="0"/>
              </a:spcAft>
              <a:defRPr>
                <a:solidFill>
                  <a:srgbClr val="535353"/>
                </a:solidFill>
                <a:latin typeface="Arial" panose="020B0604020202020204" pitchFamily="34" charset="0"/>
                <a:cs typeface="Arial" panose="020B0604020202020204" pitchFamily="34" charset="0"/>
                <a:sym typeface="Arial" panose="020B0604020202020204" pitchFamily="34" charset="0"/>
              </a:defRPr>
            </a:lvl8pPr>
            <a:lvl9pPr marL="3886200" indent="-228600" defTabSz="457200" eaLnBrk="0" fontAlgn="base" hangingPunct="0">
              <a:spcBef>
                <a:spcPct val="0"/>
              </a:spcBef>
              <a:spcAft>
                <a:spcPct val="0"/>
              </a:spcAft>
              <a:defRPr>
                <a:solidFill>
                  <a:srgbClr val="535353"/>
                </a:solidFill>
                <a:latin typeface="Arial" panose="020B0604020202020204" pitchFamily="34" charset="0"/>
                <a:cs typeface="Arial" panose="020B0604020202020204" pitchFamily="34" charset="0"/>
                <a:sym typeface="Arial" panose="020B0604020202020204" pitchFamily="34" charset="0"/>
              </a:defRPr>
            </a:lvl9pPr>
          </a:lstStyle>
          <a:p>
            <a:pPr eaLnBrk="1">
              <a:buClr>
                <a:srgbClr val="0098CD"/>
              </a:buClr>
              <a:buSzPct val="50000"/>
              <a:buFont typeface="Arial Narrow" panose="020B0606020202030204" pitchFamily="34" charset="0"/>
              <a:buChar char="►"/>
            </a:pPr>
            <a:r>
              <a:rPr lang="es-ES" altLang="es-ES" b="1" dirty="0">
                <a:sym typeface="Arial Narrow" panose="020B0606020202030204" pitchFamily="34" charset="0"/>
              </a:rPr>
              <a:t>Problema Resuelto: </a:t>
            </a:r>
            <a:r>
              <a:rPr lang="es-ES" altLang="es-ES" dirty="0">
                <a:sym typeface="Arial Narrow" panose="020B0606020202030204" pitchFamily="34" charset="0"/>
              </a:rPr>
              <a:t>Democratización de la optimización matemática para el pequeño productor.</a:t>
            </a:r>
          </a:p>
          <a:p>
            <a:pPr eaLnBrk="1">
              <a:buClr>
                <a:srgbClr val="0098CD"/>
              </a:buClr>
              <a:buSzPct val="50000"/>
              <a:buFont typeface="Arial Narrow" panose="020B0606020202030204" pitchFamily="34" charset="0"/>
              <a:buChar char="►"/>
            </a:pPr>
            <a:endParaRPr lang="es-ES_tradnl" altLang="es-ES" dirty="0">
              <a:solidFill>
                <a:srgbClr val="0098CD"/>
              </a:solidFill>
              <a:sym typeface="Arial Narrow" panose="020B0606020202030204" pitchFamily="34" charset="0"/>
            </a:endParaRPr>
          </a:p>
          <a:p>
            <a:pPr eaLnBrk="1">
              <a:buClr>
                <a:srgbClr val="0098CD"/>
              </a:buClr>
              <a:buSzPct val="50000"/>
              <a:buFont typeface="Arial Narrow" panose="020B0606020202030204" pitchFamily="34" charset="0"/>
              <a:buChar char="►"/>
            </a:pPr>
            <a:r>
              <a:rPr lang="es-ES" altLang="es-ES" b="1" dirty="0">
                <a:sym typeface="Arial Narrow" panose="020B0606020202030204" pitchFamily="34" charset="0"/>
              </a:rPr>
              <a:t>Precisión Científica: </a:t>
            </a:r>
            <a:br>
              <a:rPr lang="es-ES" altLang="es-ES" b="1" dirty="0">
                <a:sym typeface="Arial Narrow" panose="020B0606020202030204" pitchFamily="34" charset="0"/>
              </a:rPr>
            </a:br>
            <a:r>
              <a:rPr lang="es-ES" altLang="es-ES" dirty="0">
                <a:sym typeface="Arial Narrow" panose="020B0606020202030204" pitchFamily="34" charset="0"/>
              </a:rPr>
              <a:t>El cálculo determinista elimina el riesgo de la IA Generativa.</a:t>
            </a:r>
          </a:p>
          <a:p>
            <a:pPr eaLnBrk="1">
              <a:buClr>
                <a:srgbClr val="0098CD"/>
              </a:buClr>
              <a:buSzPct val="50000"/>
              <a:buFont typeface="Arial Narrow" panose="020B0606020202030204" pitchFamily="34" charset="0"/>
              <a:buChar char="►"/>
            </a:pPr>
            <a:endParaRPr lang="es-ES" altLang="es-ES" dirty="0">
              <a:sym typeface="Arial Narrow" panose="020B0606020202030204" pitchFamily="34" charset="0"/>
            </a:endParaRPr>
          </a:p>
        </p:txBody>
      </p:sp>
      <p:sp>
        <p:nvSpPr>
          <p:cNvPr id="11269" name="Marcador de número de diapositiva 1">
            <a:extLst>
              <a:ext uri="{FF2B5EF4-FFF2-40B4-BE49-F238E27FC236}">
                <a16:creationId xmlns:a16="http://schemas.microsoft.com/office/drawing/2014/main" id="{E1F8AEA2-71E9-584C-19AC-46BF9E470E7F}"/>
              </a:ext>
            </a:extLst>
          </p:cNvPr>
          <p:cNvSpPr>
            <a:spLocks noGrp="1"/>
          </p:cNvSpPr>
          <p:nvPr>
            <p:ph type="sldNum" sz="quarter" idx="10"/>
          </p:nvPr>
        </p:nvSpPr>
        <p:spPr>
          <a:noFill/>
          <a:ln w="9525"/>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0"/>
                <a:headEnd/>
                <a:tailEnd/>
              </a14:hiddenLine>
            </a:ext>
          </a:extLst>
        </p:spPr>
        <p:txBody>
          <a:bodyPr/>
          <a:lstStyle>
            <a:lvl1pPr>
              <a:defRPr>
                <a:solidFill>
                  <a:srgbClr val="535353"/>
                </a:solidFill>
                <a:latin typeface="Arial" panose="020B0604020202020204" pitchFamily="34" charset="0"/>
                <a:cs typeface="Arial" panose="020B0604020202020204" pitchFamily="34" charset="0"/>
                <a:sym typeface="Arial" panose="020B0604020202020204" pitchFamily="34" charset="0"/>
              </a:defRPr>
            </a:lvl1pPr>
            <a:lvl2pPr marL="742950" indent="-285750">
              <a:defRPr>
                <a:solidFill>
                  <a:srgbClr val="535353"/>
                </a:solidFill>
                <a:latin typeface="Arial" panose="020B0604020202020204" pitchFamily="34" charset="0"/>
                <a:cs typeface="Arial" panose="020B0604020202020204" pitchFamily="34" charset="0"/>
                <a:sym typeface="Arial" panose="020B0604020202020204" pitchFamily="34" charset="0"/>
              </a:defRPr>
            </a:lvl2pPr>
            <a:lvl3pPr marL="1143000" indent="-228600">
              <a:defRPr>
                <a:solidFill>
                  <a:srgbClr val="535353"/>
                </a:solidFill>
                <a:latin typeface="Arial" panose="020B0604020202020204" pitchFamily="34" charset="0"/>
                <a:cs typeface="Arial" panose="020B0604020202020204" pitchFamily="34" charset="0"/>
                <a:sym typeface="Arial" panose="020B0604020202020204" pitchFamily="34" charset="0"/>
              </a:defRPr>
            </a:lvl3pPr>
            <a:lvl4pPr marL="1600200" indent="-228600">
              <a:defRPr>
                <a:solidFill>
                  <a:srgbClr val="535353"/>
                </a:solidFill>
                <a:latin typeface="Arial" panose="020B0604020202020204" pitchFamily="34" charset="0"/>
                <a:cs typeface="Arial" panose="020B0604020202020204" pitchFamily="34" charset="0"/>
                <a:sym typeface="Arial" panose="020B0604020202020204" pitchFamily="34" charset="0"/>
              </a:defRPr>
            </a:lvl4pPr>
            <a:lvl5pPr marL="2057400" indent="-228600">
              <a:defRPr>
                <a:solidFill>
                  <a:srgbClr val="535353"/>
                </a:solidFill>
                <a:latin typeface="Arial" panose="020B0604020202020204" pitchFamily="34" charset="0"/>
                <a:cs typeface="Arial" panose="020B0604020202020204" pitchFamily="34" charset="0"/>
                <a:sym typeface="Arial" panose="020B0604020202020204" pitchFamily="34" charset="0"/>
              </a:defRPr>
            </a:lvl5pPr>
            <a:lvl6pPr marL="2514600" indent="-228600" defTabSz="457200" eaLnBrk="0" fontAlgn="base" hangingPunct="0">
              <a:spcBef>
                <a:spcPct val="0"/>
              </a:spcBef>
              <a:spcAft>
                <a:spcPct val="0"/>
              </a:spcAft>
              <a:defRPr>
                <a:solidFill>
                  <a:srgbClr val="535353"/>
                </a:solidFill>
                <a:latin typeface="Arial" panose="020B0604020202020204" pitchFamily="34" charset="0"/>
                <a:cs typeface="Arial" panose="020B0604020202020204" pitchFamily="34" charset="0"/>
                <a:sym typeface="Arial" panose="020B0604020202020204" pitchFamily="34" charset="0"/>
              </a:defRPr>
            </a:lvl6pPr>
            <a:lvl7pPr marL="2971800" indent="-228600" defTabSz="457200" eaLnBrk="0" fontAlgn="base" hangingPunct="0">
              <a:spcBef>
                <a:spcPct val="0"/>
              </a:spcBef>
              <a:spcAft>
                <a:spcPct val="0"/>
              </a:spcAft>
              <a:defRPr>
                <a:solidFill>
                  <a:srgbClr val="535353"/>
                </a:solidFill>
                <a:latin typeface="Arial" panose="020B0604020202020204" pitchFamily="34" charset="0"/>
                <a:cs typeface="Arial" panose="020B0604020202020204" pitchFamily="34" charset="0"/>
                <a:sym typeface="Arial" panose="020B0604020202020204" pitchFamily="34" charset="0"/>
              </a:defRPr>
            </a:lvl7pPr>
            <a:lvl8pPr marL="3429000" indent="-228600" defTabSz="457200" eaLnBrk="0" fontAlgn="base" hangingPunct="0">
              <a:spcBef>
                <a:spcPct val="0"/>
              </a:spcBef>
              <a:spcAft>
                <a:spcPct val="0"/>
              </a:spcAft>
              <a:defRPr>
                <a:solidFill>
                  <a:srgbClr val="535353"/>
                </a:solidFill>
                <a:latin typeface="Arial" panose="020B0604020202020204" pitchFamily="34" charset="0"/>
                <a:cs typeface="Arial" panose="020B0604020202020204" pitchFamily="34" charset="0"/>
                <a:sym typeface="Arial" panose="020B0604020202020204" pitchFamily="34" charset="0"/>
              </a:defRPr>
            </a:lvl8pPr>
            <a:lvl9pPr marL="3886200" indent="-228600" defTabSz="457200" eaLnBrk="0" fontAlgn="base" hangingPunct="0">
              <a:spcBef>
                <a:spcPct val="0"/>
              </a:spcBef>
              <a:spcAft>
                <a:spcPct val="0"/>
              </a:spcAft>
              <a:defRPr>
                <a:solidFill>
                  <a:srgbClr val="535353"/>
                </a:solidFill>
                <a:latin typeface="Arial" panose="020B0604020202020204" pitchFamily="34" charset="0"/>
                <a:cs typeface="Arial" panose="020B0604020202020204" pitchFamily="34" charset="0"/>
                <a:sym typeface="Arial" panose="020B0604020202020204" pitchFamily="34" charset="0"/>
              </a:defRPr>
            </a:lvl9pPr>
          </a:lstStyle>
          <a:p>
            <a:fld id="{1631B08D-D42A-4FD6-9899-6E113286B163}" type="slidenum">
              <a:rPr lang="es-ES_tradnl" altLang="es-ES">
                <a:solidFill>
                  <a:srgbClr val="FFFFFF"/>
                </a:solidFill>
              </a:rPr>
              <a:pPr/>
              <a:t>10</a:t>
            </a:fld>
            <a:endParaRPr lang="es-ES_tradnl" altLang="es-ES">
              <a:solidFill>
                <a:srgbClr val="FFFFFF"/>
              </a:solidFill>
            </a:endParaRPr>
          </a:p>
        </p:txBody>
      </p:sp>
      <p:sp>
        <p:nvSpPr>
          <p:cNvPr id="3" name="TextBox 2">
            <a:extLst>
              <a:ext uri="{FF2B5EF4-FFF2-40B4-BE49-F238E27FC236}">
                <a16:creationId xmlns:a16="http://schemas.microsoft.com/office/drawing/2014/main" id="{21CC4D07-FEA3-549A-41B4-992A184EBB6B}"/>
              </a:ext>
            </a:extLst>
          </p:cNvPr>
          <p:cNvSpPr txBox="1"/>
          <p:nvPr/>
        </p:nvSpPr>
        <p:spPr>
          <a:xfrm>
            <a:off x="3848200" y="980728"/>
            <a:ext cx="5313684" cy="2031325"/>
          </a:xfrm>
          <a:prstGeom prst="rect">
            <a:avLst/>
          </a:prstGeom>
          <a:noFill/>
        </p:spPr>
        <p:txBody>
          <a:bodyPr wrap="square">
            <a:spAutoFit/>
          </a:bodyPr>
          <a:lstStyle/>
          <a:p>
            <a:pPr marL="0" indent="0" eaLnBrk="1">
              <a:buClr>
                <a:srgbClr val="0098CD"/>
              </a:buClr>
              <a:buSzPct val="50000"/>
            </a:pPr>
            <a:r>
              <a:rPr lang="es-ES_tradnl" altLang="es-ES" b="1" dirty="0">
                <a:sym typeface="Arial Narrow" panose="020B0606020202030204" pitchFamily="34" charset="0"/>
              </a:rPr>
              <a:t>Trabajo Futuro:</a:t>
            </a:r>
          </a:p>
          <a:p>
            <a:pPr marL="0" indent="0" eaLnBrk="1">
              <a:buClr>
                <a:srgbClr val="0098CD"/>
              </a:buClr>
              <a:buSzPct val="50000"/>
            </a:pPr>
            <a:endParaRPr lang="es-ES_tradnl" altLang="es-ES" dirty="0">
              <a:sym typeface="Arial Narrow" panose="020B0606020202030204" pitchFamily="34" charset="0"/>
            </a:endParaRPr>
          </a:p>
          <a:p>
            <a:pPr eaLnBrk="1">
              <a:buClr>
                <a:srgbClr val="0098CD"/>
              </a:buClr>
              <a:buSzPct val="50000"/>
              <a:buFont typeface="Arial Narrow" panose="020B0606020202030204" pitchFamily="34" charset="0"/>
              <a:buChar char="►"/>
            </a:pPr>
            <a:r>
              <a:rPr lang="es-ES" altLang="es-ES" dirty="0">
                <a:sym typeface="Arial Narrow" panose="020B0606020202030204" pitchFamily="34" charset="0"/>
              </a:rPr>
              <a:t>Integración vía API con bolsas agrícolas.</a:t>
            </a:r>
          </a:p>
          <a:p>
            <a:pPr marL="0" indent="0" eaLnBrk="1">
              <a:buClr>
                <a:srgbClr val="0098CD"/>
              </a:buClr>
              <a:buSzPct val="50000"/>
            </a:pPr>
            <a:endParaRPr lang="es-ES" altLang="es-ES" dirty="0">
              <a:sym typeface="Arial Narrow" panose="020B0606020202030204" pitchFamily="34" charset="0"/>
            </a:endParaRPr>
          </a:p>
          <a:p>
            <a:pPr eaLnBrk="1">
              <a:buClr>
                <a:srgbClr val="0098CD"/>
              </a:buClr>
              <a:buSzPct val="50000"/>
              <a:buFont typeface="Arial Narrow" panose="020B0606020202030204" pitchFamily="34" charset="0"/>
              <a:buChar char="►"/>
            </a:pPr>
            <a:r>
              <a:rPr lang="es-ES_tradnl" altLang="es-ES" dirty="0">
                <a:sym typeface="Arial Narrow" panose="020B0606020202030204" pitchFamily="34" charset="0"/>
              </a:rPr>
              <a:t>Edge AI (Modelos SLM para operar sin internet).</a:t>
            </a:r>
          </a:p>
          <a:p>
            <a:pPr marL="0" indent="0" eaLnBrk="1">
              <a:buClr>
                <a:srgbClr val="0098CD"/>
              </a:buClr>
              <a:buSzPct val="50000"/>
            </a:pPr>
            <a:endParaRPr lang="es-ES_tradnl" altLang="es-ES" dirty="0">
              <a:sym typeface="Arial Narrow" panose="020B0606020202030204" pitchFamily="34" charset="0"/>
            </a:endParaRPr>
          </a:p>
          <a:p>
            <a:pPr eaLnBrk="1">
              <a:buClr>
                <a:srgbClr val="0098CD"/>
              </a:buClr>
              <a:buSzPct val="50000"/>
              <a:buFont typeface="Arial Narrow" panose="020B0606020202030204" pitchFamily="34" charset="0"/>
              <a:buChar char="►"/>
            </a:pPr>
            <a:r>
              <a:rPr lang="es-ES" altLang="es-ES" dirty="0">
                <a:sym typeface="Arial Narrow" panose="020B0606020202030204" pitchFamily="34" charset="0"/>
              </a:rPr>
              <a:t>Expansión transversal a avicultura y porcicultura.</a:t>
            </a:r>
            <a:endParaRPr lang="es-ES_tradnl" altLang="es-ES" dirty="0">
              <a:sym typeface="Arial Narrow" panose="020B0606020202030204" pitchFamily="34" charset="0"/>
            </a:endParaRPr>
          </a:p>
        </p:txBody>
      </p:sp>
      <p:pic>
        <p:nvPicPr>
          <p:cNvPr id="5" name="Picture 4">
            <a:extLst>
              <a:ext uri="{FF2B5EF4-FFF2-40B4-BE49-F238E27FC236}">
                <a16:creationId xmlns:a16="http://schemas.microsoft.com/office/drawing/2014/main" id="{916AB512-F6F0-A2B9-2C55-76310D77C5D9}"/>
              </a:ext>
            </a:extLst>
          </p:cNvPr>
          <p:cNvPicPr>
            <a:picLocks noChangeAspect="1"/>
          </p:cNvPicPr>
          <p:nvPr/>
        </p:nvPicPr>
        <p:blipFill>
          <a:blip r:embed="rId3"/>
          <a:stretch>
            <a:fillRect/>
          </a:stretch>
        </p:blipFill>
        <p:spPr>
          <a:xfrm>
            <a:off x="593812" y="3045139"/>
            <a:ext cx="7956376" cy="3409875"/>
          </a:xfrm>
          <a:prstGeom prst="rect">
            <a:avLst/>
          </a:prstGeom>
        </p:spPr>
      </p:pic>
    </p:spTree>
  </p:cSld>
  <p:clrMapOvr>
    <a:masterClrMapping/>
  </p:clrMapOvr>
  <p:transition spd="med"/>
</p:sld>
</file>

<file path=ppt/slides/slide1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12290" name="Rectangle 2">
            <a:extLst>
              <a:ext uri="{FF2B5EF4-FFF2-40B4-BE49-F238E27FC236}">
                <a16:creationId xmlns:a16="http://schemas.microsoft.com/office/drawing/2014/main" id="{B316E149-CA04-A8E0-3EB5-20D8FD9D6D7E}"/>
              </a:ext>
            </a:extLst>
          </p:cNvPr>
          <p:cNvSpPr>
            <a:spLocks/>
          </p:cNvSpPr>
          <p:nvPr/>
        </p:nvSpPr>
        <p:spPr bwMode="auto">
          <a:xfrm>
            <a:off x="3922713" y="5881688"/>
            <a:ext cx="1704975" cy="4302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0"/>
                <a:headEnd/>
                <a:tailEnd/>
              </a14:hiddenLine>
            </a:ext>
          </a:extLst>
        </p:spPr>
        <p:txBody>
          <a:bodyPr wrap="none" lIns="45720" rIns="45720">
            <a:spAutoFit/>
          </a:bodyPr>
          <a:lstStyle>
            <a:lvl1pPr>
              <a:defRPr>
                <a:solidFill>
                  <a:srgbClr val="535353"/>
                </a:solidFill>
                <a:latin typeface="Arial" panose="020B0604020202020204" pitchFamily="34" charset="0"/>
                <a:cs typeface="Arial" panose="020B0604020202020204" pitchFamily="34" charset="0"/>
                <a:sym typeface="Arial" panose="020B0604020202020204" pitchFamily="34" charset="0"/>
              </a:defRPr>
            </a:lvl1pPr>
            <a:lvl2pPr marL="37931725" indent="-37474525">
              <a:defRPr>
                <a:solidFill>
                  <a:srgbClr val="535353"/>
                </a:solidFill>
                <a:latin typeface="Arial" panose="020B0604020202020204" pitchFamily="34" charset="0"/>
                <a:cs typeface="Arial" panose="020B0604020202020204" pitchFamily="34" charset="0"/>
                <a:sym typeface="Arial" panose="020B0604020202020204" pitchFamily="34" charset="0"/>
              </a:defRPr>
            </a:lvl2pPr>
            <a:lvl3pPr marL="1143000" indent="-228600">
              <a:defRPr>
                <a:solidFill>
                  <a:srgbClr val="535353"/>
                </a:solidFill>
                <a:latin typeface="Arial" panose="020B0604020202020204" pitchFamily="34" charset="0"/>
                <a:cs typeface="Arial" panose="020B0604020202020204" pitchFamily="34" charset="0"/>
                <a:sym typeface="Arial" panose="020B0604020202020204" pitchFamily="34" charset="0"/>
              </a:defRPr>
            </a:lvl3pPr>
            <a:lvl4pPr marL="1600200" indent="-228600">
              <a:defRPr>
                <a:solidFill>
                  <a:srgbClr val="535353"/>
                </a:solidFill>
                <a:latin typeface="Arial" panose="020B0604020202020204" pitchFamily="34" charset="0"/>
                <a:cs typeface="Arial" panose="020B0604020202020204" pitchFamily="34" charset="0"/>
                <a:sym typeface="Arial" panose="020B0604020202020204" pitchFamily="34" charset="0"/>
              </a:defRPr>
            </a:lvl4pPr>
            <a:lvl5pPr marL="2057400" indent="-228600">
              <a:defRPr>
                <a:solidFill>
                  <a:srgbClr val="535353"/>
                </a:solidFill>
                <a:latin typeface="Arial" panose="020B0604020202020204" pitchFamily="34" charset="0"/>
                <a:cs typeface="Arial" panose="020B0604020202020204" pitchFamily="34" charset="0"/>
                <a:sym typeface="Arial" panose="020B0604020202020204" pitchFamily="34" charset="0"/>
              </a:defRPr>
            </a:lvl5pPr>
            <a:lvl6pPr marL="2514600" indent="-228600" defTabSz="457200" eaLnBrk="0" fontAlgn="base" hangingPunct="0">
              <a:spcBef>
                <a:spcPct val="0"/>
              </a:spcBef>
              <a:spcAft>
                <a:spcPct val="0"/>
              </a:spcAft>
              <a:defRPr>
                <a:solidFill>
                  <a:srgbClr val="535353"/>
                </a:solidFill>
                <a:latin typeface="Arial" panose="020B0604020202020204" pitchFamily="34" charset="0"/>
                <a:cs typeface="Arial" panose="020B0604020202020204" pitchFamily="34" charset="0"/>
                <a:sym typeface="Arial" panose="020B0604020202020204" pitchFamily="34" charset="0"/>
              </a:defRPr>
            </a:lvl6pPr>
            <a:lvl7pPr marL="2971800" indent="-228600" defTabSz="457200" eaLnBrk="0" fontAlgn="base" hangingPunct="0">
              <a:spcBef>
                <a:spcPct val="0"/>
              </a:spcBef>
              <a:spcAft>
                <a:spcPct val="0"/>
              </a:spcAft>
              <a:defRPr>
                <a:solidFill>
                  <a:srgbClr val="535353"/>
                </a:solidFill>
                <a:latin typeface="Arial" panose="020B0604020202020204" pitchFamily="34" charset="0"/>
                <a:cs typeface="Arial" panose="020B0604020202020204" pitchFamily="34" charset="0"/>
                <a:sym typeface="Arial" panose="020B0604020202020204" pitchFamily="34" charset="0"/>
              </a:defRPr>
            </a:lvl7pPr>
            <a:lvl8pPr marL="3429000" indent="-228600" defTabSz="457200" eaLnBrk="0" fontAlgn="base" hangingPunct="0">
              <a:spcBef>
                <a:spcPct val="0"/>
              </a:spcBef>
              <a:spcAft>
                <a:spcPct val="0"/>
              </a:spcAft>
              <a:defRPr>
                <a:solidFill>
                  <a:srgbClr val="535353"/>
                </a:solidFill>
                <a:latin typeface="Arial" panose="020B0604020202020204" pitchFamily="34" charset="0"/>
                <a:cs typeface="Arial" panose="020B0604020202020204" pitchFamily="34" charset="0"/>
                <a:sym typeface="Arial" panose="020B0604020202020204" pitchFamily="34" charset="0"/>
              </a:defRPr>
            </a:lvl8pPr>
            <a:lvl9pPr marL="3886200" indent="-228600" defTabSz="457200" eaLnBrk="0" fontAlgn="base" hangingPunct="0">
              <a:spcBef>
                <a:spcPct val="0"/>
              </a:spcBef>
              <a:spcAft>
                <a:spcPct val="0"/>
              </a:spcAft>
              <a:defRPr>
                <a:solidFill>
                  <a:srgbClr val="535353"/>
                </a:solidFill>
                <a:latin typeface="Arial" panose="020B0604020202020204" pitchFamily="34" charset="0"/>
                <a:cs typeface="Arial" panose="020B0604020202020204" pitchFamily="34" charset="0"/>
                <a:sym typeface="Arial" panose="020B0604020202020204" pitchFamily="34" charset="0"/>
              </a:defRPr>
            </a:lvl9pPr>
          </a:lstStyle>
          <a:p>
            <a:pPr eaLnBrk="1"/>
            <a:r>
              <a:rPr lang="es-ES_tradnl" altLang="es-ES" sz="2200">
                <a:solidFill>
                  <a:srgbClr val="989898"/>
                </a:solidFill>
                <a:sym typeface="Arial Narrow" panose="020B0606020202030204" pitchFamily="34" charset="0"/>
              </a:rPr>
              <a:t>www.unir.net</a:t>
            </a:r>
            <a:endParaRPr lang="es-ES_tradnl" altLang="es-ES">
              <a:solidFill>
                <a:srgbClr val="000000"/>
              </a:solidFill>
              <a:sym typeface="Arial Narrow" panose="020B0606020202030204" pitchFamily="34" charset="0"/>
            </a:endParaRPr>
          </a:p>
        </p:txBody>
      </p:sp>
      <p:pic>
        <p:nvPicPr>
          <p:cNvPr id="12291" name="Picture 1">
            <a:extLst>
              <a:ext uri="{FF2B5EF4-FFF2-40B4-BE49-F238E27FC236}">
                <a16:creationId xmlns:a16="http://schemas.microsoft.com/office/drawing/2014/main" id="{BA26861D-58FD-AC8E-AB9D-D06EF6EEFE1F}"/>
              </a:ext>
            </a:extLst>
          </p:cNvPr>
          <p:cNvPicPr>
            <a:picLocks noChangeAspect="1"/>
          </p:cNvPicPr>
          <p:nvPr/>
        </p:nvPicPr>
        <p:blipFill>
          <a:blip r:embed="rId2">
            <a:extLst>
              <a:ext uri="{28A0092B-C50C-407E-A947-70E740481C1C}">
                <a14:useLocalDpi xmlns:a14="http://schemas.microsoft.com/office/drawing/2010/main" val="0"/>
              </a:ext>
            </a:extLst>
          </a:blip>
          <a:srcRect/>
          <a:stretch>
            <a:fillRect/>
          </a:stretch>
        </p:blipFill>
        <p:spPr bwMode="auto">
          <a:xfrm>
            <a:off x="2349500" y="1484313"/>
            <a:ext cx="4454525" cy="30702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cSld>
  <p:clrMapOvr>
    <a:masterClrMapping/>
  </p:clrMapOvr>
  <p:transition spd="med"/>
</p:sld>
</file>

<file path=ppt/theme/theme1.xml><?xml version="1.0" encoding="utf-8"?>
<a:theme xmlns:a="http://schemas.openxmlformats.org/drawingml/2006/main" name="Default">
  <a:themeElements>
    <a:clrScheme name="">
      <a:dk1>
        <a:srgbClr val="535353"/>
      </a:dk1>
      <a:lt1>
        <a:srgbClr val="FFFFFF"/>
      </a:lt1>
      <a:dk2>
        <a:srgbClr val="A7A7A7"/>
      </a:dk2>
      <a:lt2>
        <a:srgbClr val="535353"/>
      </a:lt2>
      <a:accent1>
        <a:srgbClr val="0F7EC5"/>
      </a:accent1>
      <a:accent2>
        <a:srgbClr val="11A1FF"/>
      </a:accent2>
      <a:accent3>
        <a:srgbClr val="FFFFFF"/>
      </a:accent3>
      <a:accent4>
        <a:srgbClr val="464646"/>
      </a:accent4>
      <a:accent5>
        <a:srgbClr val="AAC0DF"/>
      </a:accent5>
      <a:accent6>
        <a:srgbClr val="0E91E7"/>
      </a:accent6>
      <a:hlink>
        <a:srgbClr val="0000FF"/>
      </a:hlink>
      <a:folHlink>
        <a:srgbClr val="FF00FF"/>
      </a:folHlink>
    </a:clrScheme>
    <a:fontScheme name="Default">
      <a:majorFont>
        <a:latin typeface="Arial Narrow"/>
        <a:ea typeface="Arial Narrow"/>
        <a:cs typeface="Arial Narrow"/>
      </a:majorFont>
      <a:minorFont>
        <a:latin typeface="Arial"/>
        <a:ea typeface="Arial"/>
        <a:cs typeface="Arial"/>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bwMode="auto">
        <a:xfrm>
          <a:off x="0" y="0"/>
          <a:ext cx="1" cy="1"/>
        </a:xfrm>
        <a:custGeom>
          <a:avLst/>
          <a:gdLst/>
          <a:ahLst/>
          <a:cxnLst/>
          <a:rect l="0" t="0" r="0" b="0"/>
          <a:pathLst/>
        </a:custGeom>
        <a:solidFill>
          <a:srgbClr val="FFFFFF"/>
        </a:solidFill>
        <a:ln w="25400" cap="flat" cmpd="sng" algn="ctr">
          <a:solidFill>
            <a:srgbClr val="0F7EC5"/>
          </a:solidFill>
          <a:prstDash val="solid"/>
          <a:bevel/>
          <a:headEnd type="none" w="med" len="med"/>
          <a:tailEnd type="none" w="med" len="med"/>
        </a:ln>
        <a:effectLst/>
      </a:spPr>
      <a:bodyPr vert="horz" wrap="square" lIns="45720" tIns="45720" rIns="45720" bIns="45720" numCol="1" anchor="ctr" anchorCtr="0" compatLnSpc="1">
        <a:prstTxWarp prst="textNoShape">
          <a:avLst/>
        </a:prstTxWarp>
        <a:spAutoFit/>
      </a:bodyPr>
      <a:lstStyle>
        <a:defPPr marL="0" marR="0" indent="0" algn="l" defTabSz="457200" rtl="0" eaLnBrk="1" fontAlgn="base" latinLnBrk="0" hangingPunct="0">
          <a:lnSpc>
            <a:spcPct val="100000"/>
          </a:lnSpc>
          <a:spcBef>
            <a:spcPct val="0"/>
          </a:spcBef>
          <a:spcAft>
            <a:spcPct val="0"/>
          </a:spcAft>
          <a:buClrTx/>
          <a:buSzTx/>
          <a:buFontTx/>
          <a:buNone/>
          <a:tabLst/>
          <a:defRPr kumimoji="0" lang="es-ES_tradnl" sz="1800" b="0" i="0" u="none" strike="noStrike" cap="none" normalizeH="0" baseline="0">
            <a:ln>
              <a:noFill/>
            </a:ln>
            <a:solidFill>
              <a:srgbClr val="535353"/>
            </a:solidFill>
            <a:effectLst/>
            <a:latin typeface="Arial" charset="0"/>
            <a:ea typeface="Arial" charset="0"/>
            <a:cs typeface="Arial" charset="0"/>
            <a:sym typeface="Arial" charset="0"/>
          </a:defRPr>
        </a:defPPr>
      </a:lstStyle>
    </a:spDef>
    <a:lnDef>
      <a:spPr bwMode="auto">
        <a:xfrm>
          <a:off x="0" y="0"/>
          <a:ext cx="1" cy="1"/>
        </a:xfrm>
        <a:custGeom>
          <a:avLst/>
          <a:gdLst/>
          <a:ahLst/>
          <a:cxnLst/>
          <a:rect l="0" t="0" r="0" b="0"/>
          <a:pathLst/>
        </a:custGeom>
        <a:solidFill>
          <a:srgbClr val="FFFFFF"/>
        </a:solidFill>
        <a:ln w="25400" cap="flat" cmpd="sng" algn="ctr">
          <a:solidFill>
            <a:srgbClr val="0F7EC5"/>
          </a:solidFill>
          <a:prstDash val="solid"/>
          <a:bevel/>
          <a:headEnd type="none" w="med" len="med"/>
          <a:tailEnd type="none" w="med" len="med"/>
        </a:ln>
        <a:effectLst/>
      </a:spPr>
      <a:bodyPr vert="horz" wrap="square" lIns="45720" tIns="45720" rIns="45720" bIns="45720" numCol="1" anchor="ctr" anchorCtr="0" compatLnSpc="1">
        <a:prstTxWarp prst="textNoShape">
          <a:avLst/>
        </a:prstTxWarp>
        <a:spAutoFit/>
      </a:bodyPr>
      <a:lstStyle>
        <a:defPPr marL="0" marR="0" indent="0" algn="l" defTabSz="457200" rtl="0" eaLnBrk="1" fontAlgn="base" latinLnBrk="0" hangingPunct="0">
          <a:lnSpc>
            <a:spcPct val="100000"/>
          </a:lnSpc>
          <a:spcBef>
            <a:spcPct val="0"/>
          </a:spcBef>
          <a:spcAft>
            <a:spcPct val="0"/>
          </a:spcAft>
          <a:buClrTx/>
          <a:buSzTx/>
          <a:buFontTx/>
          <a:buNone/>
          <a:tabLst/>
          <a:defRPr kumimoji="0" lang="es-ES_tradnl" sz="1800" b="0" i="0" u="none" strike="noStrike" cap="none" normalizeH="0" baseline="0">
            <a:ln>
              <a:noFill/>
            </a:ln>
            <a:solidFill>
              <a:srgbClr val="535353"/>
            </a:solidFill>
            <a:effectLst/>
            <a:latin typeface="Arial" charset="0"/>
            <a:ea typeface="Arial" charset="0"/>
            <a:cs typeface="Arial" charset="0"/>
            <a:sym typeface="Arial" charset="0"/>
          </a:defRPr>
        </a:defPPr>
      </a:lstStyle>
    </a:lnDef>
  </a:objectDefaults>
  <a:extraClrSchemeLst/>
</a:theme>
</file>

<file path=ppt/theme/theme2.xml><?xml version="1.0" encoding="utf-8"?>
<a:theme xmlns:a="http://schemas.openxmlformats.org/drawingml/2006/main" name="Default - 1_Quote slide">
  <a:themeElements>
    <a:clrScheme name="">
      <a:dk1>
        <a:srgbClr val="535353"/>
      </a:dk1>
      <a:lt1>
        <a:srgbClr val="FFFFFF"/>
      </a:lt1>
      <a:dk2>
        <a:srgbClr val="A7A7A7"/>
      </a:dk2>
      <a:lt2>
        <a:srgbClr val="535353"/>
      </a:lt2>
      <a:accent1>
        <a:srgbClr val="0F7EC5"/>
      </a:accent1>
      <a:accent2>
        <a:srgbClr val="11A1FF"/>
      </a:accent2>
      <a:accent3>
        <a:srgbClr val="FFFFFF"/>
      </a:accent3>
      <a:accent4>
        <a:srgbClr val="464646"/>
      </a:accent4>
      <a:accent5>
        <a:srgbClr val="AAC0DF"/>
      </a:accent5>
      <a:accent6>
        <a:srgbClr val="0E91E7"/>
      </a:accent6>
      <a:hlink>
        <a:srgbClr val="0000FF"/>
      </a:hlink>
      <a:folHlink>
        <a:srgbClr val="FF00FF"/>
      </a:folHlink>
    </a:clrScheme>
    <a:fontScheme name="Default - 1_Quote slide">
      <a:majorFont>
        <a:latin typeface="Arial Narrow"/>
        <a:ea typeface="Arial Narrow"/>
        <a:cs typeface="Arial Narrow"/>
      </a:majorFont>
      <a:minorFont>
        <a:latin typeface="Arial"/>
        <a:ea typeface="Arial"/>
        <a:cs typeface="Arial"/>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bwMode="auto">
        <a:xfrm>
          <a:off x="0" y="0"/>
          <a:ext cx="1" cy="1"/>
        </a:xfrm>
        <a:custGeom>
          <a:avLst/>
          <a:gdLst/>
          <a:ahLst/>
          <a:cxnLst/>
          <a:rect l="0" t="0" r="0" b="0"/>
          <a:pathLst/>
        </a:custGeom>
        <a:solidFill>
          <a:srgbClr val="FFFFFF"/>
        </a:solidFill>
        <a:ln w="25400" cap="flat" cmpd="sng" algn="ctr">
          <a:solidFill>
            <a:srgbClr val="0F7EC5"/>
          </a:solidFill>
          <a:prstDash val="solid"/>
          <a:bevel/>
          <a:headEnd type="none" w="med" len="med"/>
          <a:tailEnd type="none" w="med" len="med"/>
        </a:ln>
        <a:effectLst/>
      </a:spPr>
      <a:bodyPr vert="horz" wrap="square" lIns="45720" tIns="45720" rIns="45720" bIns="45720" numCol="1" anchor="ctr" anchorCtr="0" compatLnSpc="1">
        <a:prstTxWarp prst="textNoShape">
          <a:avLst/>
        </a:prstTxWarp>
        <a:spAutoFit/>
      </a:bodyPr>
      <a:lstStyle>
        <a:defPPr marL="0" marR="0" indent="0" algn="l" defTabSz="457200" rtl="0" eaLnBrk="1" fontAlgn="base" latinLnBrk="0" hangingPunct="0">
          <a:lnSpc>
            <a:spcPct val="100000"/>
          </a:lnSpc>
          <a:spcBef>
            <a:spcPct val="0"/>
          </a:spcBef>
          <a:spcAft>
            <a:spcPct val="0"/>
          </a:spcAft>
          <a:buClrTx/>
          <a:buSzTx/>
          <a:buFontTx/>
          <a:buNone/>
          <a:tabLst/>
          <a:defRPr kumimoji="0" lang="es-ES_tradnl" sz="1800" b="0" i="0" u="none" strike="noStrike" cap="none" normalizeH="0" baseline="0">
            <a:ln>
              <a:noFill/>
            </a:ln>
            <a:solidFill>
              <a:srgbClr val="535353"/>
            </a:solidFill>
            <a:effectLst/>
            <a:latin typeface="Arial" charset="0"/>
            <a:ea typeface="Arial" charset="0"/>
            <a:cs typeface="Arial" charset="0"/>
            <a:sym typeface="Arial" charset="0"/>
          </a:defRPr>
        </a:defPPr>
      </a:lstStyle>
    </a:spDef>
    <a:lnDef>
      <a:spPr bwMode="auto">
        <a:xfrm>
          <a:off x="0" y="0"/>
          <a:ext cx="1" cy="1"/>
        </a:xfrm>
        <a:custGeom>
          <a:avLst/>
          <a:gdLst/>
          <a:ahLst/>
          <a:cxnLst/>
          <a:rect l="0" t="0" r="0" b="0"/>
          <a:pathLst/>
        </a:custGeom>
        <a:solidFill>
          <a:srgbClr val="FFFFFF"/>
        </a:solidFill>
        <a:ln w="25400" cap="flat" cmpd="sng" algn="ctr">
          <a:solidFill>
            <a:srgbClr val="0F7EC5"/>
          </a:solidFill>
          <a:prstDash val="solid"/>
          <a:bevel/>
          <a:headEnd type="none" w="med" len="med"/>
          <a:tailEnd type="none" w="med" len="med"/>
        </a:ln>
        <a:effectLst/>
      </a:spPr>
      <a:bodyPr vert="horz" wrap="square" lIns="45720" tIns="45720" rIns="45720" bIns="45720" numCol="1" anchor="ctr" anchorCtr="0" compatLnSpc="1">
        <a:prstTxWarp prst="textNoShape">
          <a:avLst/>
        </a:prstTxWarp>
        <a:spAutoFit/>
      </a:bodyPr>
      <a:lstStyle>
        <a:defPPr marL="0" marR="0" indent="0" algn="l" defTabSz="457200" rtl="0" eaLnBrk="1" fontAlgn="base" latinLnBrk="0" hangingPunct="0">
          <a:lnSpc>
            <a:spcPct val="100000"/>
          </a:lnSpc>
          <a:spcBef>
            <a:spcPct val="0"/>
          </a:spcBef>
          <a:spcAft>
            <a:spcPct val="0"/>
          </a:spcAft>
          <a:buClrTx/>
          <a:buSzTx/>
          <a:buFontTx/>
          <a:buNone/>
          <a:tabLst/>
          <a:defRPr kumimoji="0" lang="es-ES_tradnl" sz="1800" b="0" i="0" u="none" strike="noStrike" cap="none" normalizeH="0" baseline="0">
            <a:ln>
              <a:noFill/>
            </a:ln>
            <a:solidFill>
              <a:srgbClr val="535353"/>
            </a:solidFill>
            <a:effectLst/>
            <a:latin typeface="Arial" charset="0"/>
            <a:ea typeface="Arial" charset="0"/>
            <a:cs typeface="Arial" charset="0"/>
            <a:sym typeface="Arial" charset="0"/>
          </a:defRPr>
        </a:defPPr>
      </a:lstStyle>
    </a:lnDef>
  </a:objectDefaults>
  <a:extraClrSchemeLst/>
</a:theme>
</file>

<file path=ppt/theme/theme3.xml><?xml version="1.0" encoding="utf-8"?>
<a:theme xmlns:a="http://schemas.openxmlformats.org/drawingml/2006/main" name="Tema de Office">
  <a:themeElements>
    <a:clrScheme name="">
      <a:dk1>
        <a:srgbClr val="000000"/>
      </a:dk1>
      <a:lt1>
        <a:srgbClr val="FFFFFF"/>
      </a:lt1>
      <a:dk2>
        <a:srgbClr val="A7A7A7"/>
      </a:dk2>
      <a:lt2>
        <a:srgbClr val="535353"/>
      </a:lt2>
      <a:accent1>
        <a:srgbClr val="0F7EC5"/>
      </a:accent1>
      <a:accent2>
        <a:srgbClr val="11A1FF"/>
      </a:accent2>
      <a:accent3>
        <a:srgbClr val="FFFFFF"/>
      </a:accent3>
      <a:accent4>
        <a:srgbClr val="000000"/>
      </a:accent4>
      <a:accent5>
        <a:srgbClr val="AAC0DF"/>
      </a:accent5>
      <a:accent6>
        <a:srgbClr val="0E91E7"/>
      </a:accent6>
      <a:hlink>
        <a:srgbClr val="0000FF"/>
      </a:hlink>
      <a:folHlink>
        <a:srgbClr val="FF00FF"/>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4.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Yu Gothic Light"/>
        <a:font script="Hang" typeface="맑은 고딕"/>
        <a:font script="Hans" typeface="DengXian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Yu Gothic"/>
        <a:font script="Hang" typeface="맑은 고딕"/>
        <a:font script="Hans" typeface="DengXian"/>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LongProperties xmlns="http://schemas.microsoft.com/office/2006/metadata/longProperties"/>
</file>

<file path=customXml/item2.xml><?xml version="1.0" encoding="utf-8"?>
<ct:contentTypeSchema xmlns:ct="http://schemas.microsoft.com/office/2006/metadata/contentType" xmlns:ma="http://schemas.microsoft.com/office/2006/metadata/properties/metaAttributes" ct:_="" ma:_="" ma:contentTypeName="Documento" ma:contentTypeID="0x010100DF3D7C797EA12745A270EF30E38719B9" ma:contentTypeVersion="13" ma:contentTypeDescription="Crear nuevo documento." ma:contentTypeScope="" ma:versionID="feff0f29e077e72dd6fa6953df5d7371">
  <xsd:schema xmlns:xsd="http://www.w3.org/2001/XMLSchema" xmlns:xs="http://www.w3.org/2001/XMLSchema" xmlns:p="http://schemas.microsoft.com/office/2006/metadata/properties" xmlns:ns2="0a70e875-3d35-4be2-921f-7117c31bab9b" xmlns:ns3="27c1adeb-3674-457c-b08c-8a73f31b6e23" targetNamespace="http://schemas.microsoft.com/office/2006/metadata/properties" ma:root="true" ma:fieldsID="9b4256d1cddb2683194a131f56fe33cb" ns2:_="" ns3:_="">
    <xsd:import namespace="0a70e875-3d35-4be2-921f-7117c31bab9b"/>
    <xsd:import namespace="27c1adeb-3674-457c-b08c-8a73f31b6e23"/>
    <xsd:element name="properties">
      <xsd:complexType>
        <xsd:sequence>
          <xsd:element name="documentManagement">
            <xsd:complexType>
              <xsd:all>
                <xsd:element ref="ns2:SharedWithUsers" minOccurs="0"/>
                <xsd:element ref="ns2:SharedWithDetails" minOccurs="0"/>
                <xsd:element ref="ns3:MediaServiceMetadata" minOccurs="0"/>
                <xsd:element ref="ns3:MediaServiceFastMetadata" minOccurs="0"/>
                <xsd:element ref="ns3:MediaServiceAutoKeyPoints" minOccurs="0"/>
                <xsd:element ref="ns3:MediaServiceKeyPoints" minOccurs="0"/>
                <xsd:element ref="ns3:MediaServiceAutoTags" minOccurs="0"/>
                <xsd:element ref="ns3:MediaServiceOCR" minOccurs="0"/>
                <xsd:element ref="ns3:MediaServiceGenerationTime" minOccurs="0"/>
                <xsd:element ref="ns3:MediaServiceEventHashCode" minOccurs="0"/>
                <xsd:element ref="ns3:MediaServiceDateTaken" minOccurs="0"/>
                <xsd:element ref="ns3:MediaLengthInSeconds" minOccurs="0"/>
                <xsd:element ref="ns3:MediaServiceLocation"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0a70e875-3d35-4be2-921f-7117c31bab9b" elementFormDefault="qualified">
    <xsd:import namespace="http://schemas.microsoft.com/office/2006/documentManagement/types"/>
    <xsd:import namespace="http://schemas.microsoft.com/office/infopath/2007/PartnerControls"/>
    <xsd:element name="SharedWithUsers" ma:index="8" nillable="true" ma:displayName="Compartido con"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9" nillable="true" ma:displayName="Detalles de uso compartido" ma:internalName="SharedWithDetails" ma:readOnly="true">
      <xsd:simpleType>
        <xsd:restriction base="dms:Note">
          <xsd:maxLength value="255"/>
        </xsd:restriction>
      </xsd:simpleType>
    </xsd:element>
  </xsd:schema>
  <xsd:schema xmlns:xsd="http://www.w3.org/2001/XMLSchema" xmlns:xs="http://www.w3.org/2001/XMLSchema" xmlns:dms="http://schemas.microsoft.com/office/2006/documentManagement/types" xmlns:pc="http://schemas.microsoft.com/office/infopath/2007/PartnerControls" targetNamespace="27c1adeb-3674-457c-b08c-8a73f31b6e23" elementFormDefault="qualified">
    <xsd:import namespace="http://schemas.microsoft.com/office/2006/documentManagement/types"/>
    <xsd:import namespace="http://schemas.microsoft.com/office/infopath/2007/PartnerControls"/>
    <xsd:element name="MediaServiceMetadata" ma:index="10" nillable="true" ma:displayName="MediaServiceMetadata" ma:hidden="true" ma:internalName="MediaServiceMetadata" ma:readOnly="true">
      <xsd:simpleType>
        <xsd:restriction base="dms:Note"/>
      </xsd:simpleType>
    </xsd:element>
    <xsd:element name="MediaServiceFastMetadata" ma:index="11" nillable="true" ma:displayName="MediaServiceFastMetadata" ma:hidden="true" ma:internalName="MediaServiceFastMetadata" ma:readOnly="true">
      <xsd:simpleType>
        <xsd:restriction base="dms:Note"/>
      </xsd:simpleType>
    </xsd:element>
    <xsd:element name="MediaServiceAutoKeyPoints" ma:index="12" nillable="true" ma:displayName="MediaServiceAutoKeyPoints" ma:hidden="true" ma:internalName="MediaServiceAutoKeyPoints" ma:readOnly="true">
      <xsd:simpleType>
        <xsd:restriction base="dms:Note"/>
      </xsd:simpleType>
    </xsd:element>
    <xsd:element name="MediaServiceKeyPoints" ma:index="13" nillable="true" ma:displayName="KeyPoints" ma:internalName="MediaServiceKeyPoints" ma:readOnly="true">
      <xsd:simpleType>
        <xsd:restriction base="dms:Note">
          <xsd:maxLength value="255"/>
        </xsd:restriction>
      </xsd:simpleType>
    </xsd:element>
    <xsd:element name="MediaServiceAutoTags" ma:index="14" nillable="true" ma:displayName="Tags" ma:internalName="MediaServiceAutoTags" ma:readOnly="true">
      <xsd:simpleType>
        <xsd:restriction base="dms:Text"/>
      </xsd:simpleType>
    </xsd:element>
    <xsd:element name="MediaServiceOCR" ma:index="15" nillable="true" ma:displayName="Extracted Text" ma:internalName="MediaServiceOCR" ma:readOnly="true">
      <xsd:simpleType>
        <xsd:restriction base="dms:Note">
          <xsd:maxLength value="255"/>
        </xsd:restriction>
      </xsd:simpleType>
    </xsd:element>
    <xsd:element name="MediaServiceGenerationTime" ma:index="16" nillable="true" ma:displayName="MediaServiceGenerationTime" ma:hidden="true" ma:internalName="MediaServiceGenerationTime" ma:readOnly="true">
      <xsd:simpleType>
        <xsd:restriction base="dms:Text"/>
      </xsd:simpleType>
    </xsd:element>
    <xsd:element name="MediaServiceEventHashCode" ma:index="17" nillable="true" ma:displayName="MediaServiceEventHashCode" ma:hidden="true" ma:internalName="MediaServiceEventHashCode" ma:readOnly="true">
      <xsd:simpleType>
        <xsd:restriction base="dms:Text"/>
      </xsd:simpleType>
    </xsd:element>
    <xsd:element name="MediaServiceDateTaken" ma:index="18" nillable="true" ma:displayName="MediaServiceDateTaken" ma:hidden="true" ma:internalName="MediaServiceDateTaken" ma:readOnly="true">
      <xsd:simpleType>
        <xsd:restriction base="dms:Text"/>
      </xsd:simpleType>
    </xsd:element>
    <xsd:element name="MediaLengthInSeconds" ma:index="19" nillable="true" ma:displayName="Length (seconds)" ma:internalName="MediaLengthInSeconds" ma:readOnly="true">
      <xsd:simpleType>
        <xsd:restriction base="dms:Unknown"/>
      </xsd:simpleType>
    </xsd:element>
    <xsd:element name="MediaServiceLocation" ma:index="20" nillable="true" ma:displayName="Location" ma:internalName="MediaServiceLocation" ma:readOnly="true">
      <xsd:simpleType>
        <xsd:restriction base="dms:Text"/>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Tipo de contenido"/>
        <xsd:element ref="dc:title" minOccurs="0" maxOccurs="1" ma:index="4" ma:displayName="Título"/>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3.xml><?xml version="1.0" encoding="utf-8"?>
<?mso-contentType ?>
<FormTemplates xmlns="http://schemas.microsoft.com/sharepoint/v3/contenttype/forms">
  <Display>DocumentLibraryForm</Display>
  <Edit>DocumentLibraryForm</Edit>
  <New>DocumentLibraryForm</New>
</FormTemplates>
</file>

<file path=customXml/itemProps1.xml><?xml version="1.0" encoding="utf-8"?>
<ds:datastoreItem xmlns:ds="http://schemas.openxmlformats.org/officeDocument/2006/customXml" ds:itemID="{7AD16EB9-01B6-4776-9665-B804093F677B}">
  <ds:schemaRefs>
    <ds:schemaRef ds:uri="http://schemas.microsoft.com/office/2006/metadata/longProperties"/>
  </ds:schemaRefs>
</ds:datastoreItem>
</file>

<file path=customXml/itemProps2.xml><?xml version="1.0" encoding="utf-8"?>
<ds:datastoreItem xmlns:ds="http://schemas.openxmlformats.org/officeDocument/2006/customXml" ds:itemID="{C64FDB34-1A9E-4DB8-B4E4-60C039870F62}">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0a70e875-3d35-4be2-921f-7117c31bab9b"/>
    <ds:schemaRef ds:uri="27c1adeb-3674-457c-b08c-8a73f31b6e23"/>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3.xml><?xml version="1.0" encoding="utf-8"?>
<ds:datastoreItem xmlns:ds="http://schemas.openxmlformats.org/officeDocument/2006/customXml" ds:itemID="{10B1355A-36E7-4AD5-952F-CBF38F156E8C}">
  <ds:schemaRefs>
    <ds:schemaRef ds:uri="http://schemas.microsoft.com/sharepoint/v3/contenttype/forms"/>
  </ds:schemaRefs>
</ds:datastoreItem>
</file>

<file path=docProps/app.xml><?xml version="1.0" encoding="utf-8"?>
<Properties xmlns="http://schemas.openxmlformats.org/officeDocument/2006/extended-properties" xmlns:vt="http://schemas.openxmlformats.org/officeDocument/2006/docPropsVTypes">
  <TotalTime>918</TotalTime>
  <Words>1645</Words>
  <Application>Microsoft Office PowerPoint</Application>
  <PresentationFormat>On-screen Show (4:3)</PresentationFormat>
  <Paragraphs>137</Paragraphs>
  <Slides>11</Slides>
  <Notes>10</Notes>
  <HiddenSlides>0</HiddenSlides>
  <MMClips>0</MMClips>
  <ScaleCrop>false</ScaleCrop>
  <HeadingPairs>
    <vt:vector size="6" baseType="variant">
      <vt:variant>
        <vt:lpstr>Fonts Used</vt:lpstr>
      </vt:variant>
      <vt:variant>
        <vt:i4>5</vt:i4>
      </vt:variant>
      <vt:variant>
        <vt:lpstr>Theme</vt:lpstr>
      </vt:variant>
      <vt:variant>
        <vt:i4>2</vt:i4>
      </vt:variant>
      <vt:variant>
        <vt:lpstr>Slide Titles</vt:lpstr>
      </vt:variant>
      <vt:variant>
        <vt:i4>11</vt:i4>
      </vt:variant>
    </vt:vector>
  </HeadingPairs>
  <TitlesOfParts>
    <vt:vector size="18" baseType="lpstr">
      <vt:lpstr>Arial</vt:lpstr>
      <vt:lpstr>Arial </vt:lpstr>
      <vt:lpstr>Arial Narrow</vt:lpstr>
      <vt:lpstr>Avenir</vt:lpstr>
      <vt:lpstr>Unit</vt:lpstr>
      <vt:lpstr>Default</vt:lpstr>
      <vt:lpstr>Default - 1_Quote slide</vt:lpstr>
      <vt:lpstr>Sistema para Optimización Económica de Dietas Bovinas en Entornos de Datos Escaso (Caporal AI)     Trabajo de Innovación en IA</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Título de la asignatura</dc:title>
  <dc:creator>María Gómez Espinosa</dc:creator>
  <cp:lastModifiedBy>Leopoldo Lara</cp:lastModifiedBy>
  <cp:revision>24</cp:revision>
  <dcterms:modified xsi:type="dcterms:W3CDTF">2026-04-12T23:26:29Z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display_urn:schemas-microsoft-com:office:office#SharedWithUsers">
    <vt:lpwstr>Montserrat Boix Teruel;Cristina Jiménez Hernández</vt:lpwstr>
  </property>
  <property fmtid="{D5CDD505-2E9C-101B-9397-08002B2CF9AE}" pid="3" name="SharedWithUsers">
    <vt:lpwstr>1683;#Montserrat Boix Teruel;#2148;#Cristina Jiménez Hernández</vt:lpwstr>
  </property>
</Properties>
</file>